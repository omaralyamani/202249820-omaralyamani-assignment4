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0058400" cy="7772400"/>
  <p:notesSz cx="10058400" cy="77724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6" d="100"/>
          <a:sy n="66" d="100"/>
        </p:scale>
        <p:origin x="1666" y="53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754380" y="2409444"/>
            <a:ext cx="8549640" cy="16322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200" b="1" i="0">
                <a:solidFill>
                  <a:srgbClr val="E2E8EF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508760" y="4352544"/>
            <a:ext cx="7040880" cy="19431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rgbClr val="CAD4E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300" b="0" i="0">
                <a:solidFill>
                  <a:srgbClr val="93A3B8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1535"/>
              </a:lnSpc>
            </a:pPr>
            <a:r>
              <a:rPr dirty="0"/>
              <a:t>Use</a:t>
            </a:r>
            <a:r>
              <a:rPr spc="-25" dirty="0"/>
              <a:t> </a:t>
            </a:r>
            <a:r>
              <a:rPr dirty="0"/>
              <a:t>this</a:t>
            </a:r>
            <a:r>
              <a:rPr spc="-20" dirty="0"/>
              <a:t> </a:t>
            </a:r>
            <a:r>
              <a:rPr dirty="0"/>
              <a:t>deck</a:t>
            </a:r>
            <a:r>
              <a:rPr spc="-25" dirty="0"/>
              <a:t> </a:t>
            </a:r>
            <a:r>
              <a:rPr dirty="0"/>
              <a:t>with</a:t>
            </a:r>
            <a:r>
              <a:rPr spc="-20" dirty="0"/>
              <a:t> </a:t>
            </a:r>
            <a:r>
              <a:rPr dirty="0"/>
              <a:t>the</a:t>
            </a:r>
            <a:r>
              <a:rPr spc="-20" dirty="0"/>
              <a:t> </a:t>
            </a:r>
            <a:r>
              <a:rPr dirty="0"/>
              <a:t>live</a:t>
            </a:r>
            <a:r>
              <a:rPr spc="-25" dirty="0"/>
              <a:t> </a:t>
            </a:r>
            <a:r>
              <a:rPr dirty="0"/>
              <a:t>website</a:t>
            </a:r>
            <a:r>
              <a:rPr spc="-20" dirty="0"/>
              <a:t> </a:t>
            </a:r>
            <a:r>
              <a:rPr dirty="0"/>
              <a:t>demo</a:t>
            </a:r>
            <a:r>
              <a:rPr spc="-20" dirty="0"/>
              <a:t> </a:t>
            </a:r>
            <a:r>
              <a:rPr dirty="0"/>
              <a:t>for</a:t>
            </a:r>
            <a:r>
              <a:rPr spc="-25" dirty="0"/>
              <a:t> </a:t>
            </a:r>
            <a:r>
              <a:rPr dirty="0"/>
              <a:t>the</a:t>
            </a:r>
            <a:r>
              <a:rPr spc="-20" dirty="0"/>
              <a:t> </a:t>
            </a:r>
            <a:r>
              <a:rPr spc="-10" dirty="0"/>
              <a:t>5-</a:t>
            </a:r>
            <a:r>
              <a:rPr dirty="0"/>
              <a:t>7</a:t>
            </a:r>
            <a:r>
              <a:rPr spc="-20" dirty="0"/>
              <a:t> </a:t>
            </a:r>
            <a:r>
              <a:rPr dirty="0"/>
              <a:t>minute</a:t>
            </a:r>
            <a:r>
              <a:rPr spc="-25" dirty="0"/>
              <a:t> </a:t>
            </a:r>
            <a:r>
              <a:rPr spc="-10" dirty="0"/>
              <a:t>presentation.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200" b="1" i="0">
                <a:solidFill>
                  <a:srgbClr val="E2E8EF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rgbClr val="CAD4E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300" b="0" i="0">
                <a:solidFill>
                  <a:srgbClr val="93A3B8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1535"/>
              </a:lnSpc>
            </a:pPr>
            <a:r>
              <a:rPr dirty="0"/>
              <a:t>Use</a:t>
            </a:r>
            <a:r>
              <a:rPr spc="-25" dirty="0"/>
              <a:t> </a:t>
            </a:r>
            <a:r>
              <a:rPr dirty="0"/>
              <a:t>this</a:t>
            </a:r>
            <a:r>
              <a:rPr spc="-20" dirty="0"/>
              <a:t> </a:t>
            </a:r>
            <a:r>
              <a:rPr dirty="0"/>
              <a:t>deck</a:t>
            </a:r>
            <a:r>
              <a:rPr spc="-25" dirty="0"/>
              <a:t> </a:t>
            </a:r>
            <a:r>
              <a:rPr dirty="0"/>
              <a:t>with</a:t>
            </a:r>
            <a:r>
              <a:rPr spc="-20" dirty="0"/>
              <a:t> </a:t>
            </a:r>
            <a:r>
              <a:rPr dirty="0"/>
              <a:t>the</a:t>
            </a:r>
            <a:r>
              <a:rPr spc="-20" dirty="0"/>
              <a:t> </a:t>
            </a:r>
            <a:r>
              <a:rPr dirty="0"/>
              <a:t>live</a:t>
            </a:r>
            <a:r>
              <a:rPr spc="-25" dirty="0"/>
              <a:t> </a:t>
            </a:r>
            <a:r>
              <a:rPr dirty="0"/>
              <a:t>website</a:t>
            </a:r>
            <a:r>
              <a:rPr spc="-20" dirty="0"/>
              <a:t> </a:t>
            </a:r>
            <a:r>
              <a:rPr dirty="0"/>
              <a:t>demo</a:t>
            </a:r>
            <a:r>
              <a:rPr spc="-20" dirty="0"/>
              <a:t> </a:t>
            </a:r>
            <a:r>
              <a:rPr dirty="0"/>
              <a:t>for</a:t>
            </a:r>
            <a:r>
              <a:rPr spc="-25" dirty="0"/>
              <a:t> </a:t>
            </a:r>
            <a:r>
              <a:rPr dirty="0"/>
              <a:t>the</a:t>
            </a:r>
            <a:r>
              <a:rPr spc="-20" dirty="0"/>
              <a:t> </a:t>
            </a:r>
            <a:r>
              <a:rPr spc="-10" dirty="0"/>
              <a:t>5-</a:t>
            </a:r>
            <a:r>
              <a:rPr dirty="0"/>
              <a:t>7</a:t>
            </a:r>
            <a:r>
              <a:rPr spc="-20" dirty="0"/>
              <a:t> </a:t>
            </a:r>
            <a:r>
              <a:rPr dirty="0"/>
              <a:t>minute</a:t>
            </a:r>
            <a:r>
              <a:rPr spc="-25" dirty="0"/>
              <a:t> </a:t>
            </a:r>
            <a:r>
              <a:rPr spc="-10" dirty="0"/>
              <a:t>presentation.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200" b="1" i="0">
                <a:solidFill>
                  <a:srgbClr val="E2E8EF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02920" y="1787652"/>
            <a:ext cx="4375404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180076" y="1787652"/>
            <a:ext cx="4375404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300" b="0" i="0">
                <a:solidFill>
                  <a:srgbClr val="93A3B8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1535"/>
              </a:lnSpc>
            </a:pPr>
            <a:r>
              <a:rPr dirty="0"/>
              <a:t>Use</a:t>
            </a:r>
            <a:r>
              <a:rPr spc="-25" dirty="0"/>
              <a:t> </a:t>
            </a:r>
            <a:r>
              <a:rPr dirty="0"/>
              <a:t>this</a:t>
            </a:r>
            <a:r>
              <a:rPr spc="-20" dirty="0"/>
              <a:t> </a:t>
            </a:r>
            <a:r>
              <a:rPr dirty="0"/>
              <a:t>deck</a:t>
            </a:r>
            <a:r>
              <a:rPr spc="-25" dirty="0"/>
              <a:t> </a:t>
            </a:r>
            <a:r>
              <a:rPr dirty="0"/>
              <a:t>with</a:t>
            </a:r>
            <a:r>
              <a:rPr spc="-20" dirty="0"/>
              <a:t> </a:t>
            </a:r>
            <a:r>
              <a:rPr dirty="0"/>
              <a:t>the</a:t>
            </a:r>
            <a:r>
              <a:rPr spc="-20" dirty="0"/>
              <a:t> </a:t>
            </a:r>
            <a:r>
              <a:rPr dirty="0"/>
              <a:t>live</a:t>
            </a:r>
            <a:r>
              <a:rPr spc="-25" dirty="0"/>
              <a:t> </a:t>
            </a:r>
            <a:r>
              <a:rPr dirty="0"/>
              <a:t>website</a:t>
            </a:r>
            <a:r>
              <a:rPr spc="-20" dirty="0"/>
              <a:t> </a:t>
            </a:r>
            <a:r>
              <a:rPr dirty="0"/>
              <a:t>demo</a:t>
            </a:r>
            <a:r>
              <a:rPr spc="-20" dirty="0"/>
              <a:t> </a:t>
            </a:r>
            <a:r>
              <a:rPr dirty="0"/>
              <a:t>for</a:t>
            </a:r>
            <a:r>
              <a:rPr spc="-25" dirty="0"/>
              <a:t> </a:t>
            </a:r>
            <a:r>
              <a:rPr dirty="0"/>
              <a:t>the</a:t>
            </a:r>
            <a:r>
              <a:rPr spc="-20" dirty="0"/>
              <a:t> </a:t>
            </a:r>
            <a:r>
              <a:rPr spc="-10" dirty="0"/>
              <a:t>5-</a:t>
            </a:r>
            <a:r>
              <a:rPr dirty="0"/>
              <a:t>7</a:t>
            </a:r>
            <a:r>
              <a:rPr spc="-20" dirty="0"/>
              <a:t> </a:t>
            </a:r>
            <a:r>
              <a:rPr dirty="0"/>
              <a:t>minute</a:t>
            </a:r>
            <a:r>
              <a:rPr spc="-25" dirty="0"/>
              <a:t> </a:t>
            </a:r>
            <a:r>
              <a:rPr spc="-10" dirty="0"/>
              <a:t>presentation.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4/25/2026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200" b="1" i="0">
                <a:solidFill>
                  <a:srgbClr val="E2E8EF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300" b="0" i="0">
                <a:solidFill>
                  <a:srgbClr val="93A3B8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1535"/>
              </a:lnSpc>
            </a:pPr>
            <a:r>
              <a:rPr dirty="0"/>
              <a:t>Use</a:t>
            </a:r>
            <a:r>
              <a:rPr spc="-25" dirty="0"/>
              <a:t> </a:t>
            </a:r>
            <a:r>
              <a:rPr dirty="0"/>
              <a:t>this</a:t>
            </a:r>
            <a:r>
              <a:rPr spc="-20" dirty="0"/>
              <a:t> </a:t>
            </a:r>
            <a:r>
              <a:rPr dirty="0"/>
              <a:t>deck</a:t>
            </a:r>
            <a:r>
              <a:rPr spc="-25" dirty="0"/>
              <a:t> </a:t>
            </a:r>
            <a:r>
              <a:rPr dirty="0"/>
              <a:t>with</a:t>
            </a:r>
            <a:r>
              <a:rPr spc="-20" dirty="0"/>
              <a:t> </a:t>
            </a:r>
            <a:r>
              <a:rPr dirty="0"/>
              <a:t>the</a:t>
            </a:r>
            <a:r>
              <a:rPr spc="-20" dirty="0"/>
              <a:t> </a:t>
            </a:r>
            <a:r>
              <a:rPr dirty="0"/>
              <a:t>live</a:t>
            </a:r>
            <a:r>
              <a:rPr spc="-25" dirty="0"/>
              <a:t> </a:t>
            </a:r>
            <a:r>
              <a:rPr dirty="0"/>
              <a:t>website</a:t>
            </a:r>
            <a:r>
              <a:rPr spc="-20" dirty="0"/>
              <a:t> </a:t>
            </a:r>
            <a:r>
              <a:rPr dirty="0"/>
              <a:t>demo</a:t>
            </a:r>
            <a:r>
              <a:rPr spc="-20" dirty="0"/>
              <a:t> </a:t>
            </a:r>
            <a:r>
              <a:rPr dirty="0"/>
              <a:t>for</a:t>
            </a:r>
            <a:r>
              <a:rPr spc="-25" dirty="0"/>
              <a:t> </a:t>
            </a:r>
            <a:r>
              <a:rPr dirty="0"/>
              <a:t>the</a:t>
            </a:r>
            <a:r>
              <a:rPr spc="-20" dirty="0"/>
              <a:t> </a:t>
            </a:r>
            <a:r>
              <a:rPr spc="-10" dirty="0"/>
              <a:t>5-</a:t>
            </a:r>
            <a:r>
              <a:rPr dirty="0"/>
              <a:t>7</a:t>
            </a:r>
            <a:r>
              <a:rPr spc="-20" dirty="0"/>
              <a:t> </a:t>
            </a:r>
            <a:r>
              <a:rPr dirty="0"/>
              <a:t>minute</a:t>
            </a:r>
            <a:r>
              <a:rPr spc="-25" dirty="0"/>
              <a:t> </a:t>
            </a:r>
            <a:r>
              <a:rPr spc="-10" dirty="0"/>
              <a:t>presentation.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4/25/2026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300" b="0" i="0">
                <a:solidFill>
                  <a:srgbClr val="93A3B8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1535"/>
              </a:lnSpc>
            </a:pPr>
            <a:r>
              <a:rPr dirty="0"/>
              <a:t>Use</a:t>
            </a:r>
            <a:r>
              <a:rPr spc="-25" dirty="0"/>
              <a:t> </a:t>
            </a:r>
            <a:r>
              <a:rPr dirty="0"/>
              <a:t>this</a:t>
            </a:r>
            <a:r>
              <a:rPr spc="-20" dirty="0"/>
              <a:t> </a:t>
            </a:r>
            <a:r>
              <a:rPr dirty="0"/>
              <a:t>deck</a:t>
            </a:r>
            <a:r>
              <a:rPr spc="-25" dirty="0"/>
              <a:t> </a:t>
            </a:r>
            <a:r>
              <a:rPr dirty="0"/>
              <a:t>with</a:t>
            </a:r>
            <a:r>
              <a:rPr spc="-20" dirty="0"/>
              <a:t> </a:t>
            </a:r>
            <a:r>
              <a:rPr dirty="0"/>
              <a:t>the</a:t>
            </a:r>
            <a:r>
              <a:rPr spc="-20" dirty="0"/>
              <a:t> </a:t>
            </a:r>
            <a:r>
              <a:rPr dirty="0"/>
              <a:t>live</a:t>
            </a:r>
            <a:r>
              <a:rPr spc="-25" dirty="0"/>
              <a:t> </a:t>
            </a:r>
            <a:r>
              <a:rPr dirty="0"/>
              <a:t>website</a:t>
            </a:r>
            <a:r>
              <a:rPr spc="-20" dirty="0"/>
              <a:t> </a:t>
            </a:r>
            <a:r>
              <a:rPr dirty="0"/>
              <a:t>demo</a:t>
            </a:r>
            <a:r>
              <a:rPr spc="-20" dirty="0"/>
              <a:t> </a:t>
            </a:r>
            <a:r>
              <a:rPr dirty="0"/>
              <a:t>for</a:t>
            </a:r>
            <a:r>
              <a:rPr spc="-25" dirty="0"/>
              <a:t> </a:t>
            </a:r>
            <a:r>
              <a:rPr dirty="0"/>
              <a:t>the</a:t>
            </a:r>
            <a:r>
              <a:rPr spc="-20" dirty="0"/>
              <a:t> </a:t>
            </a:r>
            <a:r>
              <a:rPr spc="-10" dirty="0"/>
              <a:t>5-</a:t>
            </a:r>
            <a:r>
              <a:rPr dirty="0"/>
              <a:t>7</a:t>
            </a:r>
            <a:r>
              <a:rPr spc="-20" dirty="0"/>
              <a:t> </a:t>
            </a:r>
            <a:r>
              <a:rPr dirty="0"/>
              <a:t>minute</a:t>
            </a:r>
            <a:r>
              <a:rPr spc="-25" dirty="0"/>
              <a:t> </a:t>
            </a:r>
            <a:r>
              <a:rPr spc="-10" dirty="0"/>
              <a:t>presentation.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4/25/2026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0058400" cy="7772400"/>
          </a:xfrm>
          <a:custGeom>
            <a:avLst/>
            <a:gdLst/>
            <a:ahLst/>
            <a:cxnLst/>
            <a:rect l="l" t="t" r="r" b="b"/>
            <a:pathLst>
              <a:path w="10058400" h="7772400">
                <a:moveTo>
                  <a:pt x="10058400" y="0"/>
                </a:moveTo>
                <a:lnTo>
                  <a:pt x="0" y="0"/>
                </a:lnTo>
                <a:lnTo>
                  <a:pt x="0" y="7772400"/>
                </a:lnTo>
                <a:lnTo>
                  <a:pt x="10058400" y="7772400"/>
                </a:lnTo>
                <a:lnTo>
                  <a:pt x="10058400" y="0"/>
                </a:lnTo>
                <a:close/>
              </a:path>
            </a:pathLst>
          </a:custGeom>
          <a:solidFill>
            <a:srgbClr val="0F162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7772400" y="0"/>
            <a:ext cx="2286000" cy="2103120"/>
          </a:xfrm>
          <a:custGeom>
            <a:avLst/>
            <a:gdLst/>
            <a:ahLst/>
            <a:cxnLst/>
            <a:rect l="l" t="t" r="r" b="b"/>
            <a:pathLst>
              <a:path w="2286000" h="2103120">
                <a:moveTo>
                  <a:pt x="2260529" y="0"/>
                </a:moveTo>
                <a:lnTo>
                  <a:pt x="299790" y="0"/>
                </a:lnTo>
                <a:lnTo>
                  <a:pt x="285248" y="17312"/>
                </a:lnTo>
                <a:lnTo>
                  <a:pt x="257683" y="52546"/>
                </a:lnTo>
                <a:lnTo>
                  <a:pt x="231337" y="88752"/>
                </a:lnTo>
                <a:lnTo>
                  <a:pt x="206241" y="125899"/>
                </a:lnTo>
                <a:lnTo>
                  <a:pt x="182427" y="163956"/>
                </a:lnTo>
                <a:lnTo>
                  <a:pt x="159925" y="202892"/>
                </a:lnTo>
                <a:lnTo>
                  <a:pt x="138766" y="242675"/>
                </a:lnTo>
                <a:lnTo>
                  <a:pt x="118981" y="283276"/>
                </a:lnTo>
                <a:lnTo>
                  <a:pt x="100601" y="324663"/>
                </a:lnTo>
                <a:lnTo>
                  <a:pt x="83657" y="366806"/>
                </a:lnTo>
                <a:lnTo>
                  <a:pt x="68180" y="409672"/>
                </a:lnTo>
                <a:lnTo>
                  <a:pt x="54200" y="453232"/>
                </a:lnTo>
                <a:lnTo>
                  <a:pt x="41750" y="497455"/>
                </a:lnTo>
                <a:lnTo>
                  <a:pt x="30859" y="542309"/>
                </a:lnTo>
                <a:lnTo>
                  <a:pt x="21558" y="587763"/>
                </a:lnTo>
                <a:lnTo>
                  <a:pt x="13880" y="633787"/>
                </a:lnTo>
                <a:lnTo>
                  <a:pt x="7854" y="680349"/>
                </a:lnTo>
                <a:lnTo>
                  <a:pt x="3511" y="727420"/>
                </a:lnTo>
                <a:lnTo>
                  <a:pt x="882" y="774967"/>
                </a:lnTo>
                <a:lnTo>
                  <a:pt x="0" y="822959"/>
                </a:lnTo>
                <a:lnTo>
                  <a:pt x="882" y="870952"/>
                </a:lnTo>
                <a:lnTo>
                  <a:pt x="3511" y="918499"/>
                </a:lnTo>
                <a:lnTo>
                  <a:pt x="7854" y="965570"/>
                </a:lnTo>
                <a:lnTo>
                  <a:pt x="13880" y="1012132"/>
                </a:lnTo>
                <a:lnTo>
                  <a:pt x="21558" y="1058156"/>
                </a:lnTo>
                <a:lnTo>
                  <a:pt x="30859" y="1103610"/>
                </a:lnTo>
                <a:lnTo>
                  <a:pt x="41750" y="1148464"/>
                </a:lnTo>
                <a:lnTo>
                  <a:pt x="54200" y="1192687"/>
                </a:lnTo>
                <a:lnTo>
                  <a:pt x="68180" y="1236247"/>
                </a:lnTo>
                <a:lnTo>
                  <a:pt x="83657" y="1279113"/>
                </a:lnTo>
                <a:lnTo>
                  <a:pt x="100601" y="1321256"/>
                </a:lnTo>
                <a:lnTo>
                  <a:pt x="118981" y="1362643"/>
                </a:lnTo>
                <a:lnTo>
                  <a:pt x="138766" y="1403244"/>
                </a:lnTo>
                <a:lnTo>
                  <a:pt x="159925" y="1443027"/>
                </a:lnTo>
                <a:lnTo>
                  <a:pt x="182427" y="1481963"/>
                </a:lnTo>
                <a:lnTo>
                  <a:pt x="206241" y="1520020"/>
                </a:lnTo>
                <a:lnTo>
                  <a:pt x="231337" y="1557167"/>
                </a:lnTo>
                <a:lnTo>
                  <a:pt x="257683" y="1593373"/>
                </a:lnTo>
                <a:lnTo>
                  <a:pt x="285248" y="1628607"/>
                </a:lnTo>
                <a:lnTo>
                  <a:pt x="314001" y="1662838"/>
                </a:lnTo>
                <a:lnTo>
                  <a:pt x="343912" y="1696036"/>
                </a:lnTo>
                <a:lnTo>
                  <a:pt x="374950" y="1728169"/>
                </a:lnTo>
                <a:lnTo>
                  <a:pt x="407083" y="1759207"/>
                </a:lnTo>
                <a:lnTo>
                  <a:pt x="440281" y="1789118"/>
                </a:lnTo>
                <a:lnTo>
                  <a:pt x="474512" y="1817871"/>
                </a:lnTo>
                <a:lnTo>
                  <a:pt x="509746" y="1845436"/>
                </a:lnTo>
                <a:lnTo>
                  <a:pt x="545952" y="1871782"/>
                </a:lnTo>
                <a:lnTo>
                  <a:pt x="583099" y="1896878"/>
                </a:lnTo>
                <a:lnTo>
                  <a:pt x="621156" y="1920692"/>
                </a:lnTo>
                <a:lnTo>
                  <a:pt x="660092" y="1943194"/>
                </a:lnTo>
                <a:lnTo>
                  <a:pt x="699875" y="1964353"/>
                </a:lnTo>
                <a:lnTo>
                  <a:pt x="740476" y="1984138"/>
                </a:lnTo>
                <a:lnTo>
                  <a:pt x="781863" y="2002518"/>
                </a:lnTo>
                <a:lnTo>
                  <a:pt x="824006" y="2019462"/>
                </a:lnTo>
                <a:lnTo>
                  <a:pt x="866872" y="2034939"/>
                </a:lnTo>
                <a:lnTo>
                  <a:pt x="910432" y="2048919"/>
                </a:lnTo>
                <a:lnTo>
                  <a:pt x="954655" y="2061369"/>
                </a:lnTo>
                <a:lnTo>
                  <a:pt x="999509" y="2072260"/>
                </a:lnTo>
                <a:lnTo>
                  <a:pt x="1044963" y="2081561"/>
                </a:lnTo>
                <a:lnTo>
                  <a:pt x="1090987" y="2089239"/>
                </a:lnTo>
                <a:lnTo>
                  <a:pt x="1137549" y="2095265"/>
                </a:lnTo>
                <a:lnTo>
                  <a:pt x="1184620" y="2099608"/>
                </a:lnTo>
                <a:lnTo>
                  <a:pt x="1232167" y="2102237"/>
                </a:lnTo>
                <a:lnTo>
                  <a:pt x="1280159" y="2103120"/>
                </a:lnTo>
                <a:lnTo>
                  <a:pt x="1328152" y="2102237"/>
                </a:lnTo>
                <a:lnTo>
                  <a:pt x="1375699" y="2099608"/>
                </a:lnTo>
                <a:lnTo>
                  <a:pt x="1422770" y="2095265"/>
                </a:lnTo>
                <a:lnTo>
                  <a:pt x="1469332" y="2089239"/>
                </a:lnTo>
                <a:lnTo>
                  <a:pt x="1515356" y="2081561"/>
                </a:lnTo>
                <a:lnTo>
                  <a:pt x="1560810" y="2072260"/>
                </a:lnTo>
                <a:lnTo>
                  <a:pt x="1605664" y="2061369"/>
                </a:lnTo>
                <a:lnTo>
                  <a:pt x="1649887" y="2048919"/>
                </a:lnTo>
                <a:lnTo>
                  <a:pt x="1693447" y="2034939"/>
                </a:lnTo>
                <a:lnTo>
                  <a:pt x="1736313" y="2019462"/>
                </a:lnTo>
                <a:lnTo>
                  <a:pt x="1778456" y="2002518"/>
                </a:lnTo>
                <a:lnTo>
                  <a:pt x="1819843" y="1984138"/>
                </a:lnTo>
                <a:lnTo>
                  <a:pt x="1860444" y="1964353"/>
                </a:lnTo>
                <a:lnTo>
                  <a:pt x="1900227" y="1943194"/>
                </a:lnTo>
                <a:lnTo>
                  <a:pt x="1939163" y="1920692"/>
                </a:lnTo>
                <a:lnTo>
                  <a:pt x="1977220" y="1896878"/>
                </a:lnTo>
                <a:lnTo>
                  <a:pt x="2014367" y="1871782"/>
                </a:lnTo>
                <a:lnTo>
                  <a:pt x="2050573" y="1845436"/>
                </a:lnTo>
                <a:lnTo>
                  <a:pt x="2085807" y="1817871"/>
                </a:lnTo>
                <a:lnTo>
                  <a:pt x="2120038" y="1789118"/>
                </a:lnTo>
                <a:lnTo>
                  <a:pt x="2153236" y="1759207"/>
                </a:lnTo>
                <a:lnTo>
                  <a:pt x="2185369" y="1728169"/>
                </a:lnTo>
                <a:lnTo>
                  <a:pt x="2216407" y="1696036"/>
                </a:lnTo>
                <a:lnTo>
                  <a:pt x="2246318" y="1662838"/>
                </a:lnTo>
                <a:lnTo>
                  <a:pt x="2275071" y="1628607"/>
                </a:lnTo>
                <a:lnTo>
                  <a:pt x="2286000" y="1614639"/>
                </a:lnTo>
                <a:lnTo>
                  <a:pt x="2286000" y="31280"/>
                </a:lnTo>
                <a:lnTo>
                  <a:pt x="2275071" y="17312"/>
                </a:lnTo>
                <a:lnTo>
                  <a:pt x="2260529" y="0"/>
                </a:lnTo>
                <a:close/>
              </a:path>
            </a:pathLst>
          </a:custGeom>
          <a:solidFill>
            <a:srgbClr val="38BCF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0" y="6172200"/>
            <a:ext cx="1828800" cy="1600200"/>
          </a:xfrm>
          <a:custGeom>
            <a:avLst/>
            <a:gdLst/>
            <a:ahLst/>
            <a:cxnLst/>
            <a:rect l="l" t="t" r="r" b="b"/>
            <a:pathLst>
              <a:path w="1828800" h="1600200">
                <a:moveTo>
                  <a:pt x="822960" y="0"/>
                </a:moveTo>
                <a:lnTo>
                  <a:pt x="774226" y="1159"/>
                </a:lnTo>
                <a:lnTo>
                  <a:pt x="726090" y="4604"/>
                </a:lnTo>
                <a:lnTo>
                  <a:pt x="678606" y="10280"/>
                </a:lnTo>
                <a:lnTo>
                  <a:pt x="631826" y="18136"/>
                </a:lnTo>
                <a:lnTo>
                  <a:pt x="585803" y="28119"/>
                </a:lnTo>
                <a:lnTo>
                  <a:pt x="540589" y="40175"/>
                </a:lnTo>
                <a:lnTo>
                  <a:pt x="496237" y="54253"/>
                </a:lnTo>
                <a:lnTo>
                  <a:pt x="452800" y="70299"/>
                </a:lnTo>
                <a:lnTo>
                  <a:pt x="410331" y="88261"/>
                </a:lnTo>
                <a:lnTo>
                  <a:pt x="368881" y="108086"/>
                </a:lnTo>
                <a:lnTo>
                  <a:pt x="328504" y="129721"/>
                </a:lnTo>
                <a:lnTo>
                  <a:pt x="289253" y="153114"/>
                </a:lnTo>
                <a:lnTo>
                  <a:pt x="251180" y="178213"/>
                </a:lnTo>
                <a:lnTo>
                  <a:pt x="214338" y="204963"/>
                </a:lnTo>
                <a:lnTo>
                  <a:pt x="178779" y="233314"/>
                </a:lnTo>
                <a:lnTo>
                  <a:pt x="144557" y="263211"/>
                </a:lnTo>
                <a:lnTo>
                  <a:pt x="111723" y="294603"/>
                </a:lnTo>
                <a:lnTo>
                  <a:pt x="80331" y="327437"/>
                </a:lnTo>
                <a:lnTo>
                  <a:pt x="50434" y="361659"/>
                </a:lnTo>
                <a:lnTo>
                  <a:pt x="22083" y="397218"/>
                </a:lnTo>
                <a:lnTo>
                  <a:pt x="0" y="427633"/>
                </a:lnTo>
                <a:lnTo>
                  <a:pt x="0" y="1584046"/>
                </a:lnTo>
                <a:lnTo>
                  <a:pt x="11728" y="1600200"/>
                </a:lnTo>
                <a:lnTo>
                  <a:pt x="1634191" y="1600200"/>
                </a:lnTo>
                <a:lnTo>
                  <a:pt x="1675685" y="1539546"/>
                </a:lnTo>
                <a:lnTo>
                  <a:pt x="1699078" y="1500295"/>
                </a:lnTo>
                <a:lnTo>
                  <a:pt x="1720714" y="1459918"/>
                </a:lnTo>
                <a:lnTo>
                  <a:pt x="1740539" y="1418468"/>
                </a:lnTo>
                <a:lnTo>
                  <a:pt x="1758500" y="1375999"/>
                </a:lnTo>
                <a:lnTo>
                  <a:pt x="1774546" y="1332562"/>
                </a:lnTo>
                <a:lnTo>
                  <a:pt x="1788624" y="1288210"/>
                </a:lnTo>
                <a:lnTo>
                  <a:pt x="1800680" y="1242996"/>
                </a:lnTo>
                <a:lnTo>
                  <a:pt x="1810663" y="1196973"/>
                </a:lnTo>
                <a:lnTo>
                  <a:pt x="1818519" y="1150193"/>
                </a:lnTo>
                <a:lnTo>
                  <a:pt x="1824195" y="1102709"/>
                </a:lnTo>
                <a:lnTo>
                  <a:pt x="1827640" y="1054573"/>
                </a:lnTo>
                <a:lnTo>
                  <a:pt x="1828800" y="1005840"/>
                </a:lnTo>
                <a:lnTo>
                  <a:pt x="1827640" y="957106"/>
                </a:lnTo>
                <a:lnTo>
                  <a:pt x="1824195" y="908970"/>
                </a:lnTo>
                <a:lnTo>
                  <a:pt x="1818519" y="861486"/>
                </a:lnTo>
                <a:lnTo>
                  <a:pt x="1810663" y="814706"/>
                </a:lnTo>
                <a:lnTo>
                  <a:pt x="1800680" y="768683"/>
                </a:lnTo>
                <a:lnTo>
                  <a:pt x="1788624" y="723469"/>
                </a:lnTo>
                <a:lnTo>
                  <a:pt x="1774546" y="679117"/>
                </a:lnTo>
                <a:lnTo>
                  <a:pt x="1758500" y="635680"/>
                </a:lnTo>
                <a:lnTo>
                  <a:pt x="1740539" y="593211"/>
                </a:lnTo>
                <a:lnTo>
                  <a:pt x="1720714" y="551761"/>
                </a:lnTo>
                <a:lnTo>
                  <a:pt x="1699078" y="511384"/>
                </a:lnTo>
                <a:lnTo>
                  <a:pt x="1675685" y="472133"/>
                </a:lnTo>
                <a:lnTo>
                  <a:pt x="1650586" y="434060"/>
                </a:lnTo>
                <a:lnTo>
                  <a:pt x="1623836" y="397218"/>
                </a:lnTo>
                <a:lnTo>
                  <a:pt x="1595485" y="361659"/>
                </a:lnTo>
                <a:lnTo>
                  <a:pt x="1565588" y="327437"/>
                </a:lnTo>
                <a:lnTo>
                  <a:pt x="1534196" y="294603"/>
                </a:lnTo>
                <a:lnTo>
                  <a:pt x="1501363" y="263211"/>
                </a:lnTo>
                <a:lnTo>
                  <a:pt x="1467140" y="233314"/>
                </a:lnTo>
                <a:lnTo>
                  <a:pt x="1431582" y="204963"/>
                </a:lnTo>
                <a:lnTo>
                  <a:pt x="1394739" y="178213"/>
                </a:lnTo>
                <a:lnTo>
                  <a:pt x="1356666" y="153114"/>
                </a:lnTo>
                <a:lnTo>
                  <a:pt x="1317415" y="129721"/>
                </a:lnTo>
                <a:lnTo>
                  <a:pt x="1277038" y="108086"/>
                </a:lnTo>
                <a:lnTo>
                  <a:pt x="1235589" y="88261"/>
                </a:lnTo>
                <a:lnTo>
                  <a:pt x="1193119" y="70299"/>
                </a:lnTo>
                <a:lnTo>
                  <a:pt x="1149682" y="54253"/>
                </a:lnTo>
                <a:lnTo>
                  <a:pt x="1105330" y="40175"/>
                </a:lnTo>
                <a:lnTo>
                  <a:pt x="1060116" y="28119"/>
                </a:lnTo>
                <a:lnTo>
                  <a:pt x="1014093" y="18136"/>
                </a:lnTo>
                <a:lnTo>
                  <a:pt x="967313" y="10280"/>
                </a:lnTo>
                <a:lnTo>
                  <a:pt x="919829" y="4604"/>
                </a:lnTo>
                <a:lnTo>
                  <a:pt x="871693" y="1159"/>
                </a:lnTo>
                <a:lnTo>
                  <a:pt x="822960" y="0"/>
                </a:lnTo>
                <a:close/>
              </a:path>
            </a:pathLst>
          </a:custGeom>
          <a:solidFill>
            <a:srgbClr val="7C3AE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640080" y="548640"/>
            <a:ext cx="8778240" cy="6675120"/>
          </a:xfrm>
          <a:custGeom>
            <a:avLst/>
            <a:gdLst/>
            <a:ahLst/>
            <a:cxnLst/>
            <a:rect l="l" t="t" r="r" b="b"/>
            <a:pathLst>
              <a:path w="8778240" h="6675120">
                <a:moveTo>
                  <a:pt x="8473440" y="0"/>
                </a:moveTo>
                <a:lnTo>
                  <a:pt x="304800" y="0"/>
                </a:lnTo>
                <a:lnTo>
                  <a:pt x="255321" y="3985"/>
                </a:lnTo>
                <a:lnTo>
                  <a:pt x="208399" y="15523"/>
                </a:lnTo>
                <a:lnTo>
                  <a:pt x="164657" y="33991"/>
                </a:lnTo>
                <a:lnTo>
                  <a:pt x="124721" y="58763"/>
                </a:lnTo>
                <a:lnTo>
                  <a:pt x="89214" y="89214"/>
                </a:lnTo>
                <a:lnTo>
                  <a:pt x="58763" y="124721"/>
                </a:lnTo>
                <a:lnTo>
                  <a:pt x="33991" y="164657"/>
                </a:lnTo>
                <a:lnTo>
                  <a:pt x="15523" y="208399"/>
                </a:lnTo>
                <a:lnTo>
                  <a:pt x="3985" y="255321"/>
                </a:lnTo>
                <a:lnTo>
                  <a:pt x="0" y="304800"/>
                </a:lnTo>
                <a:lnTo>
                  <a:pt x="0" y="6370320"/>
                </a:lnTo>
                <a:lnTo>
                  <a:pt x="3985" y="6419798"/>
                </a:lnTo>
                <a:lnTo>
                  <a:pt x="15523" y="6466720"/>
                </a:lnTo>
                <a:lnTo>
                  <a:pt x="33991" y="6510462"/>
                </a:lnTo>
                <a:lnTo>
                  <a:pt x="58763" y="6550398"/>
                </a:lnTo>
                <a:lnTo>
                  <a:pt x="89214" y="6585905"/>
                </a:lnTo>
                <a:lnTo>
                  <a:pt x="124721" y="6616356"/>
                </a:lnTo>
                <a:lnTo>
                  <a:pt x="164657" y="6641128"/>
                </a:lnTo>
                <a:lnTo>
                  <a:pt x="208399" y="6659596"/>
                </a:lnTo>
                <a:lnTo>
                  <a:pt x="255321" y="6671134"/>
                </a:lnTo>
                <a:lnTo>
                  <a:pt x="304800" y="6675119"/>
                </a:lnTo>
                <a:lnTo>
                  <a:pt x="8473440" y="6675119"/>
                </a:lnTo>
                <a:lnTo>
                  <a:pt x="8522918" y="6671134"/>
                </a:lnTo>
                <a:lnTo>
                  <a:pt x="8569840" y="6659596"/>
                </a:lnTo>
                <a:lnTo>
                  <a:pt x="8613582" y="6641128"/>
                </a:lnTo>
                <a:lnTo>
                  <a:pt x="8653518" y="6616356"/>
                </a:lnTo>
                <a:lnTo>
                  <a:pt x="8689025" y="6585905"/>
                </a:lnTo>
                <a:lnTo>
                  <a:pt x="8719476" y="6550398"/>
                </a:lnTo>
                <a:lnTo>
                  <a:pt x="8744248" y="6510462"/>
                </a:lnTo>
                <a:lnTo>
                  <a:pt x="8762716" y="6466720"/>
                </a:lnTo>
                <a:lnTo>
                  <a:pt x="8774254" y="6419798"/>
                </a:lnTo>
                <a:lnTo>
                  <a:pt x="8778240" y="6370320"/>
                </a:lnTo>
                <a:lnTo>
                  <a:pt x="8778240" y="304800"/>
                </a:lnTo>
                <a:lnTo>
                  <a:pt x="8774254" y="255321"/>
                </a:lnTo>
                <a:lnTo>
                  <a:pt x="8762716" y="208399"/>
                </a:lnTo>
                <a:lnTo>
                  <a:pt x="8744248" y="164657"/>
                </a:lnTo>
                <a:lnTo>
                  <a:pt x="8719476" y="124721"/>
                </a:lnTo>
                <a:lnTo>
                  <a:pt x="8689025" y="89214"/>
                </a:lnTo>
                <a:lnTo>
                  <a:pt x="8653518" y="58763"/>
                </a:lnTo>
                <a:lnTo>
                  <a:pt x="8613582" y="33991"/>
                </a:lnTo>
                <a:lnTo>
                  <a:pt x="8569840" y="15523"/>
                </a:lnTo>
                <a:lnTo>
                  <a:pt x="8522918" y="3985"/>
                </a:lnTo>
                <a:lnTo>
                  <a:pt x="8473440" y="0"/>
                </a:lnTo>
                <a:close/>
              </a:path>
            </a:pathLst>
          </a:custGeom>
          <a:solidFill>
            <a:srgbClr val="111C3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01700" y="1145540"/>
            <a:ext cx="5213350" cy="6654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200" b="1" i="0">
                <a:solidFill>
                  <a:srgbClr val="E2E8EF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01700" y="1831340"/>
            <a:ext cx="5777865" cy="23469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rgbClr val="CAD4E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901700" y="6832999"/>
            <a:ext cx="5330190" cy="2101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300" b="0" i="0">
                <a:solidFill>
                  <a:srgbClr val="93A3B8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1535"/>
              </a:lnSpc>
            </a:pPr>
            <a:r>
              <a:rPr dirty="0"/>
              <a:t>Use</a:t>
            </a:r>
            <a:r>
              <a:rPr spc="-25" dirty="0"/>
              <a:t> </a:t>
            </a:r>
            <a:r>
              <a:rPr dirty="0"/>
              <a:t>this</a:t>
            </a:r>
            <a:r>
              <a:rPr spc="-20" dirty="0"/>
              <a:t> </a:t>
            </a:r>
            <a:r>
              <a:rPr dirty="0"/>
              <a:t>deck</a:t>
            </a:r>
            <a:r>
              <a:rPr spc="-25" dirty="0"/>
              <a:t> </a:t>
            </a:r>
            <a:r>
              <a:rPr dirty="0"/>
              <a:t>with</a:t>
            </a:r>
            <a:r>
              <a:rPr spc="-20" dirty="0"/>
              <a:t> </a:t>
            </a:r>
            <a:r>
              <a:rPr dirty="0"/>
              <a:t>the</a:t>
            </a:r>
            <a:r>
              <a:rPr spc="-20" dirty="0"/>
              <a:t> </a:t>
            </a:r>
            <a:r>
              <a:rPr dirty="0"/>
              <a:t>live</a:t>
            </a:r>
            <a:r>
              <a:rPr spc="-25" dirty="0"/>
              <a:t> </a:t>
            </a:r>
            <a:r>
              <a:rPr dirty="0"/>
              <a:t>website</a:t>
            </a:r>
            <a:r>
              <a:rPr spc="-20" dirty="0"/>
              <a:t> </a:t>
            </a:r>
            <a:r>
              <a:rPr dirty="0"/>
              <a:t>demo</a:t>
            </a:r>
            <a:r>
              <a:rPr spc="-20" dirty="0"/>
              <a:t> </a:t>
            </a:r>
            <a:r>
              <a:rPr dirty="0"/>
              <a:t>for</a:t>
            </a:r>
            <a:r>
              <a:rPr spc="-25" dirty="0"/>
              <a:t> </a:t>
            </a:r>
            <a:r>
              <a:rPr dirty="0"/>
              <a:t>the</a:t>
            </a:r>
            <a:r>
              <a:rPr spc="-20" dirty="0"/>
              <a:t> </a:t>
            </a:r>
            <a:r>
              <a:rPr spc="-10" dirty="0"/>
              <a:t>5-</a:t>
            </a:r>
            <a:r>
              <a:rPr dirty="0"/>
              <a:t>7</a:t>
            </a:r>
            <a:r>
              <a:rPr spc="-20" dirty="0"/>
              <a:t> </a:t>
            </a:r>
            <a:r>
              <a:rPr dirty="0"/>
              <a:t>minute</a:t>
            </a:r>
            <a:r>
              <a:rPr spc="-25" dirty="0"/>
              <a:t> </a:t>
            </a:r>
            <a:r>
              <a:rPr spc="-10" dirty="0"/>
              <a:t>presentation.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02920" y="7228332"/>
            <a:ext cx="2313432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7242048" y="7228332"/>
            <a:ext cx="2313432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901700" y="1065530"/>
            <a:ext cx="3522979" cy="1156970"/>
          </a:xfrm>
          <a:prstGeom prst="rect">
            <a:avLst/>
          </a:prstGeom>
        </p:spPr>
        <p:txBody>
          <a:bodyPr vert="horz" wrap="square" lIns="0" tIns="927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30"/>
              </a:spcBef>
            </a:pPr>
            <a:r>
              <a:rPr dirty="0"/>
              <a:t>Assignment</a:t>
            </a:r>
            <a:r>
              <a:rPr spc="-254" dirty="0"/>
              <a:t> </a:t>
            </a:r>
            <a:r>
              <a:rPr spc="-50" dirty="0"/>
              <a:t>4</a:t>
            </a:r>
          </a:p>
          <a:p>
            <a:pPr marL="12700">
              <a:lnSpc>
                <a:spcPct val="100000"/>
              </a:lnSpc>
              <a:spcBef>
                <a:spcPts val="360"/>
              </a:spcBef>
            </a:pPr>
            <a:r>
              <a:rPr sz="2400" b="0" dirty="0">
                <a:solidFill>
                  <a:srgbClr val="CAD4E1"/>
                </a:solidFill>
                <a:latin typeface="Arial MT"/>
                <a:cs typeface="Arial MT"/>
              </a:rPr>
              <a:t>Personal</a:t>
            </a:r>
            <a:r>
              <a:rPr sz="2400" b="0" spc="-75" dirty="0">
                <a:solidFill>
                  <a:srgbClr val="CAD4E1"/>
                </a:solidFill>
                <a:latin typeface="Arial MT"/>
                <a:cs typeface="Arial MT"/>
              </a:rPr>
              <a:t> </a:t>
            </a:r>
            <a:r>
              <a:rPr sz="2400" b="0" dirty="0">
                <a:solidFill>
                  <a:srgbClr val="CAD4E1"/>
                </a:solidFill>
                <a:latin typeface="Arial MT"/>
                <a:cs typeface="Arial MT"/>
              </a:rPr>
              <a:t>Web</a:t>
            </a:r>
            <a:r>
              <a:rPr sz="2400" b="0" spc="-70" dirty="0">
                <a:solidFill>
                  <a:srgbClr val="CAD4E1"/>
                </a:solidFill>
                <a:latin typeface="Arial MT"/>
                <a:cs typeface="Arial MT"/>
              </a:rPr>
              <a:t> </a:t>
            </a:r>
            <a:r>
              <a:rPr sz="2400" b="0" spc="-10" dirty="0">
                <a:solidFill>
                  <a:srgbClr val="CAD4E1"/>
                </a:solidFill>
                <a:latin typeface="Arial MT"/>
                <a:cs typeface="Arial MT"/>
              </a:rPr>
              <a:t>Application</a:t>
            </a:r>
            <a:endParaRPr sz="240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42339" y="2753360"/>
            <a:ext cx="127000" cy="12700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42339" y="3164839"/>
            <a:ext cx="127000" cy="127000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42339" y="3576320"/>
            <a:ext cx="127000" cy="127000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1143000" y="2534919"/>
            <a:ext cx="3978910" cy="1259840"/>
          </a:xfrm>
          <a:prstGeom prst="rect">
            <a:avLst/>
          </a:prstGeom>
        </p:spPr>
        <p:txBody>
          <a:bodyPr vert="horz" wrap="square" lIns="0" tIns="1193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40"/>
              </a:spcBef>
            </a:pPr>
            <a:r>
              <a:rPr sz="2000" dirty="0">
                <a:solidFill>
                  <a:srgbClr val="E2E8EF"/>
                </a:solidFill>
                <a:latin typeface="Arial MT"/>
                <a:cs typeface="Arial MT"/>
              </a:rPr>
              <a:t>Omar </a:t>
            </a:r>
            <a:r>
              <a:rPr sz="2000" spc="-10" dirty="0">
                <a:solidFill>
                  <a:srgbClr val="E2E8EF"/>
                </a:solidFill>
                <a:latin typeface="Arial MT"/>
                <a:cs typeface="Arial MT"/>
              </a:rPr>
              <a:t>Alyamani</a:t>
            </a:r>
            <a:endParaRPr sz="2000" dirty="0">
              <a:latin typeface="Arial MT"/>
              <a:cs typeface="Arial MT"/>
            </a:endParaRPr>
          </a:p>
          <a:p>
            <a:pPr marL="12700" marR="5080">
              <a:lnSpc>
                <a:spcPct val="135000"/>
              </a:lnSpc>
            </a:pPr>
            <a:r>
              <a:rPr sz="2000" dirty="0">
                <a:solidFill>
                  <a:srgbClr val="E2E8EF"/>
                </a:solidFill>
                <a:latin typeface="Arial MT"/>
                <a:cs typeface="Arial MT"/>
              </a:rPr>
              <a:t>Final</a:t>
            </a:r>
            <a:r>
              <a:rPr sz="2000" spc="-40" dirty="0">
                <a:solidFill>
                  <a:srgbClr val="E2E8EF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E2E8EF"/>
                </a:solidFill>
                <a:latin typeface="Arial MT"/>
                <a:cs typeface="Arial MT"/>
              </a:rPr>
              <a:t>polished</a:t>
            </a:r>
            <a:r>
              <a:rPr sz="2000" spc="-40" dirty="0">
                <a:solidFill>
                  <a:srgbClr val="E2E8EF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E2E8EF"/>
                </a:solidFill>
                <a:latin typeface="Arial MT"/>
                <a:cs typeface="Arial MT"/>
              </a:rPr>
              <a:t>portfolio</a:t>
            </a:r>
            <a:r>
              <a:rPr sz="2000" spc="-40" dirty="0">
                <a:solidFill>
                  <a:srgbClr val="E2E8EF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E2E8EF"/>
                </a:solidFill>
                <a:latin typeface="Arial MT"/>
                <a:cs typeface="Arial MT"/>
              </a:rPr>
              <a:t>project </a:t>
            </a:r>
            <a:r>
              <a:rPr sz="2000" dirty="0">
                <a:solidFill>
                  <a:srgbClr val="E2E8EF"/>
                </a:solidFill>
                <a:latin typeface="Arial MT"/>
                <a:cs typeface="Arial MT"/>
              </a:rPr>
              <a:t>Responsive,</a:t>
            </a:r>
            <a:r>
              <a:rPr sz="2000" spc="-60" dirty="0">
                <a:solidFill>
                  <a:srgbClr val="E2E8EF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E2E8EF"/>
                </a:solidFill>
                <a:latin typeface="Arial MT"/>
                <a:cs typeface="Arial MT"/>
              </a:rPr>
              <a:t>dynamic,</a:t>
            </a:r>
            <a:r>
              <a:rPr sz="2000" spc="-55" dirty="0">
                <a:solidFill>
                  <a:srgbClr val="E2E8EF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E2E8EF"/>
                </a:solidFill>
                <a:latin typeface="Arial MT"/>
                <a:cs typeface="Arial MT"/>
              </a:rPr>
              <a:t>documented</a:t>
            </a:r>
            <a:endParaRPr sz="2000" dirty="0">
              <a:latin typeface="Arial MT"/>
              <a:cs typeface="Arial MT"/>
            </a:endParaRPr>
          </a:p>
        </p:txBody>
      </p:sp>
    </p:spTree>
  </p:cSld>
  <p:clrMapOvr>
    <a:masterClrMapping/>
  </p:clrMapOvr>
  <p:transition>
    <p:cut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Project </a:t>
            </a:r>
            <a:r>
              <a:rPr spc="-10" dirty="0"/>
              <a:t>Overview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42339" y="2753360"/>
            <a:ext cx="127000" cy="12700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42339" y="3164839"/>
            <a:ext cx="127000" cy="127000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42339" y="3576320"/>
            <a:ext cx="127000" cy="127000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901700" y="1831340"/>
            <a:ext cx="4563110" cy="1935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CAD4E1"/>
                </a:solidFill>
                <a:latin typeface="Arial MT"/>
                <a:cs typeface="Arial MT"/>
              </a:rPr>
              <a:t>Complete</a:t>
            </a:r>
            <a:r>
              <a:rPr sz="2400" spc="-80" dirty="0">
                <a:solidFill>
                  <a:srgbClr val="CAD4E1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CAD4E1"/>
                </a:solidFill>
                <a:latin typeface="Arial MT"/>
                <a:cs typeface="Arial MT"/>
              </a:rPr>
              <a:t>portfolio</a:t>
            </a:r>
            <a:r>
              <a:rPr sz="2400" spc="-75" dirty="0">
                <a:solidFill>
                  <a:srgbClr val="CAD4E1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CAD4E1"/>
                </a:solidFill>
                <a:latin typeface="Arial MT"/>
                <a:cs typeface="Arial MT"/>
              </a:rPr>
              <a:t>web</a:t>
            </a:r>
            <a:r>
              <a:rPr sz="2400" spc="-80" dirty="0">
                <a:solidFill>
                  <a:srgbClr val="CAD4E1"/>
                </a:solidFill>
                <a:latin typeface="Arial MT"/>
                <a:cs typeface="Arial MT"/>
              </a:rPr>
              <a:t> </a:t>
            </a:r>
            <a:r>
              <a:rPr sz="2400" spc="-25" dirty="0">
                <a:solidFill>
                  <a:srgbClr val="CAD4E1"/>
                </a:solidFill>
                <a:latin typeface="Arial MT"/>
                <a:cs typeface="Arial MT"/>
              </a:rPr>
              <a:t>app</a:t>
            </a:r>
            <a:endParaRPr sz="2400">
              <a:latin typeface="Arial MT"/>
              <a:cs typeface="Arial MT"/>
            </a:endParaRPr>
          </a:p>
          <a:p>
            <a:pPr marL="286385" marR="5080">
              <a:lnSpc>
                <a:spcPct val="135000"/>
              </a:lnSpc>
              <a:spcBef>
                <a:spcPts val="2440"/>
              </a:spcBef>
            </a:pPr>
            <a:r>
              <a:rPr sz="2000" dirty="0">
                <a:solidFill>
                  <a:srgbClr val="E2E8EF"/>
                </a:solidFill>
                <a:latin typeface="Arial MT"/>
                <a:cs typeface="Arial MT"/>
              </a:rPr>
              <a:t>Professional</a:t>
            </a:r>
            <a:r>
              <a:rPr sz="2000" spc="-95" dirty="0">
                <a:solidFill>
                  <a:srgbClr val="E2E8EF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E2E8EF"/>
                </a:solidFill>
                <a:latin typeface="Arial MT"/>
                <a:cs typeface="Arial MT"/>
              </a:rPr>
              <a:t>personal</a:t>
            </a:r>
            <a:r>
              <a:rPr sz="2000" spc="-95" dirty="0">
                <a:solidFill>
                  <a:srgbClr val="E2E8EF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E2E8EF"/>
                </a:solidFill>
                <a:latin typeface="Arial MT"/>
                <a:cs typeface="Arial MT"/>
              </a:rPr>
              <a:t>brand </a:t>
            </a:r>
            <a:r>
              <a:rPr sz="2000" dirty="0">
                <a:solidFill>
                  <a:srgbClr val="E2E8EF"/>
                </a:solidFill>
                <a:latin typeface="Arial MT"/>
                <a:cs typeface="Arial MT"/>
              </a:rPr>
              <a:t>Responsive</a:t>
            </a:r>
            <a:r>
              <a:rPr sz="2000" spc="-50" dirty="0">
                <a:solidFill>
                  <a:srgbClr val="E2E8EF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E2E8EF"/>
                </a:solidFill>
                <a:latin typeface="Arial MT"/>
                <a:cs typeface="Arial MT"/>
              </a:rPr>
              <a:t>design</a:t>
            </a:r>
            <a:r>
              <a:rPr sz="2000" spc="-45" dirty="0">
                <a:solidFill>
                  <a:srgbClr val="E2E8EF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E2E8EF"/>
                </a:solidFill>
                <a:latin typeface="Arial MT"/>
                <a:cs typeface="Arial MT"/>
              </a:rPr>
              <a:t>for</a:t>
            </a:r>
            <a:r>
              <a:rPr sz="2000" spc="-45" dirty="0">
                <a:solidFill>
                  <a:srgbClr val="E2E8EF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E2E8EF"/>
                </a:solidFill>
                <a:latin typeface="Arial MT"/>
                <a:cs typeface="Arial MT"/>
              </a:rPr>
              <a:t>all</a:t>
            </a:r>
            <a:r>
              <a:rPr sz="2000" spc="-45" dirty="0">
                <a:solidFill>
                  <a:srgbClr val="E2E8EF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E2E8EF"/>
                </a:solidFill>
                <a:latin typeface="Arial MT"/>
                <a:cs typeface="Arial MT"/>
              </a:rPr>
              <a:t>devices </a:t>
            </a:r>
            <a:r>
              <a:rPr sz="2000" dirty="0">
                <a:solidFill>
                  <a:srgbClr val="E2E8EF"/>
                </a:solidFill>
                <a:latin typeface="Arial MT"/>
                <a:cs typeface="Arial MT"/>
              </a:rPr>
              <a:t>Built</a:t>
            </a:r>
            <a:r>
              <a:rPr sz="2000" spc="-35" dirty="0">
                <a:solidFill>
                  <a:srgbClr val="E2E8EF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E2E8EF"/>
                </a:solidFill>
                <a:latin typeface="Arial MT"/>
                <a:cs typeface="Arial MT"/>
              </a:rPr>
              <a:t>with</a:t>
            </a:r>
            <a:r>
              <a:rPr sz="2000" spc="-30" dirty="0">
                <a:solidFill>
                  <a:srgbClr val="E2E8EF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E2E8EF"/>
                </a:solidFill>
                <a:latin typeface="Arial MT"/>
                <a:cs typeface="Arial MT"/>
              </a:rPr>
              <a:t>HTML,</a:t>
            </a:r>
            <a:r>
              <a:rPr sz="2000" spc="-30" dirty="0">
                <a:solidFill>
                  <a:srgbClr val="E2E8EF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E2E8EF"/>
                </a:solidFill>
                <a:latin typeface="Arial MT"/>
                <a:cs typeface="Arial MT"/>
              </a:rPr>
              <a:t>CSS,</a:t>
            </a:r>
            <a:r>
              <a:rPr sz="2000" spc="-30" dirty="0">
                <a:solidFill>
                  <a:srgbClr val="E2E8EF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E2E8EF"/>
                </a:solidFill>
                <a:latin typeface="Arial MT"/>
                <a:cs typeface="Arial MT"/>
              </a:rPr>
              <a:t>and</a:t>
            </a:r>
            <a:r>
              <a:rPr sz="2000" spc="-30" dirty="0">
                <a:solidFill>
                  <a:srgbClr val="E2E8EF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E2E8EF"/>
                </a:solidFill>
                <a:latin typeface="Arial MT"/>
                <a:cs typeface="Arial MT"/>
              </a:rPr>
              <a:t>JavaScript</a:t>
            </a:r>
            <a:endParaRPr sz="2000">
              <a:latin typeface="Arial MT"/>
              <a:cs typeface="Arial MT"/>
            </a:endParaRPr>
          </a:p>
        </p:txBody>
      </p:sp>
    </p:spTree>
  </p:cSld>
  <p:clrMapOvr>
    <a:masterClrMapping/>
  </p:clrMapOvr>
  <p:transition>
    <p:cut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Key</a:t>
            </a:r>
            <a:r>
              <a:rPr spc="-80" dirty="0"/>
              <a:t> </a:t>
            </a:r>
            <a:r>
              <a:rPr spc="-10" dirty="0"/>
              <a:t>Features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42339" y="2753360"/>
            <a:ext cx="127000" cy="12700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42339" y="3164839"/>
            <a:ext cx="127000" cy="127000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42339" y="3576320"/>
            <a:ext cx="127000" cy="127000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42339" y="3987800"/>
            <a:ext cx="127000" cy="127000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901700" y="1831340"/>
            <a:ext cx="4337685" cy="2346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CAD4E1"/>
                </a:solidFill>
                <a:latin typeface="Arial MT"/>
                <a:cs typeface="Arial MT"/>
              </a:rPr>
              <a:t>Live</a:t>
            </a:r>
            <a:r>
              <a:rPr sz="2400" spc="-100" dirty="0">
                <a:solidFill>
                  <a:srgbClr val="CAD4E1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CAD4E1"/>
                </a:solidFill>
                <a:latin typeface="Arial MT"/>
                <a:cs typeface="Arial MT"/>
              </a:rPr>
              <a:t>demonstration</a:t>
            </a:r>
            <a:r>
              <a:rPr sz="2400" spc="-100" dirty="0">
                <a:solidFill>
                  <a:srgbClr val="CAD4E1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CAD4E1"/>
                </a:solidFill>
                <a:latin typeface="Arial MT"/>
                <a:cs typeface="Arial MT"/>
              </a:rPr>
              <a:t>points</a:t>
            </a:r>
            <a:endParaRPr sz="2400">
              <a:latin typeface="Arial MT"/>
              <a:cs typeface="Arial MT"/>
            </a:endParaRPr>
          </a:p>
          <a:p>
            <a:pPr marL="286385" marR="5080">
              <a:lnSpc>
                <a:spcPct val="135000"/>
              </a:lnSpc>
              <a:spcBef>
                <a:spcPts val="2440"/>
              </a:spcBef>
            </a:pPr>
            <a:r>
              <a:rPr sz="2000" dirty="0">
                <a:solidFill>
                  <a:srgbClr val="E2E8EF"/>
                </a:solidFill>
                <a:latin typeface="Arial MT"/>
                <a:cs typeface="Arial MT"/>
              </a:rPr>
              <a:t>Dynamic</a:t>
            </a:r>
            <a:r>
              <a:rPr sz="2000" spc="-45" dirty="0">
                <a:solidFill>
                  <a:srgbClr val="E2E8EF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E2E8EF"/>
                </a:solidFill>
                <a:latin typeface="Arial MT"/>
                <a:cs typeface="Arial MT"/>
              </a:rPr>
              <a:t>project</a:t>
            </a:r>
            <a:r>
              <a:rPr sz="2000" spc="-45" dirty="0">
                <a:solidFill>
                  <a:srgbClr val="E2E8EF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E2E8EF"/>
                </a:solidFill>
                <a:latin typeface="Arial MT"/>
                <a:cs typeface="Arial MT"/>
              </a:rPr>
              <a:t>filtering</a:t>
            </a:r>
            <a:r>
              <a:rPr sz="2000" spc="-45" dirty="0">
                <a:solidFill>
                  <a:srgbClr val="E2E8EF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E2E8EF"/>
                </a:solidFill>
                <a:latin typeface="Arial MT"/>
                <a:cs typeface="Arial MT"/>
              </a:rPr>
              <a:t>and</a:t>
            </a:r>
            <a:r>
              <a:rPr sz="2000" spc="-45" dirty="0">
                <a:solidFill>
                  <a:srgbClr val="E2E8EF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E2E8EF"/>
                </a:solidFill>
                <a:latin typeface="Arial MT"/>
                <a:cs typeface="Arial MT"/>
              </a:rPr>
              <a:t>sorting </a:t>
            </a:r>
            <a:r>
              <a:rPr sz="2000" dirty="0">
                <a:solidFill>
                  <a:srgbClr val="E2E8EF"/>
                </a:solidFill>
                <a:latin typeface="Arial MT"/>
                <a:cs typeface="Arial MT"/>
              </a:rPr>
              <a:t>Project</a:t>
            </a:r>
            <a:r>
              <a:rPr sz="2000" spc="-65" dirty="0">
                <a:solidFill>
                  <a:srgbClr val="E2E8EF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E2E8EF"/>
                </a:solidFill>
                <a:latin typeface="Arial MT"/>
                <a:cs typeface="Arial MT"/>
              </a:rPr>
              <a:t>detail</a:t>
            </a:r>
            <a:r>
              <a:rPr sz="2000" spc="-55" dirty="0">
                <a:solidFill>
                  <a:srgbClr val="E2E8EF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E2E8EF"/>
                </a:solidFill>
                <a:latin typeface="Arial MT"/>
                <a:cs typeface="Arial MT"/>
              </a:rPr>
              <a:t>modal</a:t>
            </a:r>
            <a:endParaRPr sz="2000">
              <a:latin typeface="Arial MT"/>
              <a:cs typeface="Arial MT"/>
            </a:endParaRPr>
          </a:p>
          <a:p>
            <a:pPr marL="286385" marR="1402715">
              <a:lnSpc>
                <a:spcPct val="135000"/>
              </a:lnSpc>
            </a:pPr>
            <a:r>
              <a:rPr sz="2000" dirty="0">
                <a:solidFill>
                  <a:srgbClr val="E2E8EF"/>
                </a:solidFill>
                <a:latin typeface="Arial MT"/>
                <a:cs typeface="Arial MT"/>
              </a:rPr>
              <a:t>Interactive</a:t>
            </a:r>
            <a:r>
              <a:rPr sz="2000" spc="-25" dirty="0">
                <a:solidFill>
                  <a:srgbClr val="E2E8EF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E2E8EF"/>
                </a:solidFill>
                <a:latin typeface="Arial MT"/>
                <a:cs typeface="Arial MT"/>
              </a:rPr>
              <a:t>skills</a:t>
            </a:r>
            <a:r>
              <a:rPr sz="2000" spc="-20" dirty="0">
                <a:solidFill>
                  <a:srgbClr val="E2E8EF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E2E8EF"/>
                </a:solidFill>
                <a:latin typeface="Arial MT"/>
                <a:cs typeface="Arial MT"/>
              </a:rPr>
              <a:t>tracker </a:t>
            </a:r>
            <a:r>
              <a:rPr sz="2000" dirty="0">
                <a:solidFill>
                  <a:srgbClr val="E2E8EF"/>
                </a:solidFill>
                <a:latin typeface="Arial MT"/>
                <a:cs typeface="Arial MT"/>
              </a:rPr>
              <a:t>Validated</a:t>
            </a:r>
            <a:r>
              <a:rPr sz="2000" spc="-45" dirty="0">
                <a:solidFill>
                  <a:srgbClr val="E2E8EF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E2E8EF"/>
                </a:solidFill>
                <a:latin typeface="Arial MT"/>
                <a:cs typeface="Arial MT"/>
              </a:rPr>
              <a:t>contact</a:t>
            </a:r>
            <a:r>
              <a:rPr sz="2000" spc="-40" dirty="0">
                <a:solidFill>
                  <a:srgbClr val="E2E8EF"/>
                </a:solidFill>
                <a:latin typeface="Arial MT"/>
                <a:cs typeface="Arial MT"/>
              </a:rPr>
              <a:t> </a:t>
            </a:r>
            <a:r>
              <a:rPr sz="2000" spc="-20" dirty="0">
                <a:solidFill>
                  <a:srgbClr val="E2E8EF"/>
                </a:solidFill>
                <a:latin typeface="Arial MT"/>
                <a:cs typeface="Arial MT"/>
              </a:rPr>
              <a:t>form</a:t>
            </a:r>
            <a:endParaRPr sz="2000">
              <a:latin typeface="Arial MT"/>
              <a:cs typeface="Arial MT"/>
            </a:endParaRPr>
          </a:p>
        </p:txBody>
      </p:sp>
    </p:spTree>
  </p:cSld>
  <p:clrMapOvr>
    <a:masterClrMapping/>
  </p:clrMapOvr>
  <p:transition>
    <p:cut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API + </a:t>
            </a:r>
            <a:r>
              <a:rPr spc="-10" dirty="0"/>
              <a:t>State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42339" y="2753360"/>
            <a:ext cx="127000" cy="12700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42339" y="3164839"/>
            <a:ext cx="127000" cy="127000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42339" y="3576320"/>
            <a:ext cx="127000" cy="127000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42339" y="3987800"/>
            <a:ext cx="127000" cy="127000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Advanced</a:t>
            </a:r>
            <a:r>
              <a:rPr spc="-110" dirty="0"/>
              <a:t> </a:t>
            </a:r>
            <a:r>
              <a:rPr spc="-10" dirty="0"/>
              <a:t>functionality</a:t>
            </a:r>
          </a:p>
          <a:p>
            <a:pPr marL="286385" marR="1360170">
              <a:lnSpc>
                <a:spcPct val="135000"/>
              </a:lnSpc>
              <a:spcBef>
                <a:spcPts val="2440"/>
              </a:spcBef>
            </a:pPr>
            <a:r>
              <a:rPr sz="2000" dirty="0">
                <a:solidFill>
                  <a:srgbClr val="E2E8EF"/>
                </a:solidFill>
              </a:rPr>
              <a:t>GitHub</a:t>
            </a:r>
            <a:r>
              <a:rPr sz="2000" spc="-60" dirty="0">
                <a:solidFill>
                  <a:srgbClr val="E2E8EF"/>
                </a:solidFill>
              </a:rPr>
              <a:t> </a:t>
            </a:r>
            <a:r>
              <a:rPr sz="2000" dirty="0">
                <a:solidFill>
                  <a:srgbClr val="E2E8EF"/>
                </a:solidFill>
              </a:rPr>
              <a:t>REST</a:t>
            </a:r>
            <a:r>
              <a:rPr sz="2000" spc="-50" dirty="0">
                <a:solidFill>
                  <a:srgbClr val="E2E8EF"/>
                </a:solidFill>
              </a:rPr>
              <a:t> </a:t>
            </a:r>
            <a:r>
              <a:rPr sz="2000" dirty="0">
                <a:solidFill>
                  <a:srgbClr val="E2E8EF"/>
                </a:solidFill>
              </a:rPr>
              <a:t>API</a:t>
            </a:r>
            <a:r>
              <a:rPr sz="2000" spc="-45" dirty="0">
                <a:solidFill>
                  <a:srgbClr val="E2E8EF"/>
                </a:solidFill>
              </a:rPr>
              <a:t> </a:t>
            </a:r>
            <a:r>
              <a:rPr sz="2000" spc="-10" dirty="0">
                <a:solidFill>
                  <a:srgbClr val="E2E8EF"/>
                </a:solidFill>
              </a:rPr>
              <a:t>repositories </a:t>
            </a:r>
            <a:r>
              <a:rPr sz="2000" dirty="0">
                <a:solidFill>
                  <a:srgbClr val="E2E8EF"/>
                </a:solidFill>
              </a:rPr>
              <a:t>Friendly</a:t>
            </a:r>
            <a:r>
              <a:rPr sz="2000" spc="-45" dirty="0">
                <a:solidFill>
                  <a:srgbClr val="E2E8EF"/>
                </a:solidFill>
              </a:rPr>
              <a:t> </a:t>
            </a:r>
            <a:r>
              <a:rPr sz="2000" dirty="0">
                <a:solidFill>
                  <a:srgbClr val="E2E8EF"/>
                </a:solidFill>
              </a:rPr>
              <a:t>loading</a:t>
            </a:r>
            <a:r>
              <a:rPr sz="2000" spc="-40" dirty="0">
                <a:solidFill>
                  <a:srgbClr val="E2E8EF"/>
                </a:solidFill>
              </a:rPr>
              <a:t> </a:t>
            </a:r>
            <a:r>
              <a:rPr sz="2000" dirty="0">
                <a:solidFill>
                  <a:srgbClr val="E2E8EF"/>
                </a:solidFill>
              </a:rPr>
              <a:t>and</a:t>
            </a:r>
            <a:r>
              <a:rPr sz="2000" spc="-45" dirty="0">
                <a:solidFill>
                  <a:srgbClr val="E2E8EF"/>
                </a:solidFill>
              </a:rPr>
              <a:t> </a:t>
            </a:r>
            <a:r>
              <a:rPr sz="2000" dirty="0">
                <a:solidFill>
                  <a:srgbClr val="E2E8EF"/>
                </a:solidFill>
              </a:rPr>
              <a:t>error</a:t>
            </a:r>
            <a:r>
              <a:rPr sz="2000" spc="-40" dirty="0">
                <a:solidFill>
                  <a:srgbClr val="E2E8EF"/>
                </a:solidFill>
              </a:rPr>
              <a:t> </a:t>
            </a:r>
            <a:r>
              <a:rPr sz="2000" spc="-10" dirty="0">
                <a:solidFill>
                  <a:srgbClr val="E2E8EF"/>
                </a:solidFill>
              </a:rPr>
              <a:t>messages</a:t>
            </a:r>
            <a:endParaRPr sz="2000"/>
          </a:p>
          <a:p>
            <a:pPr marL="286385" marR="5080">
              <a:lnSpc>
                <a:spcPct val="135000"/>
              </a:lnSpc>
            </a:pPr>
            <a:r>
              <a:rPr sz="2000" dirty="0">
                <a:solidFill>
                  <a:srgbClr val="E2E8EF"/>
                </a:solidFill>
              </a:rPr>
              <a:t>Theme</a:t>
            </a:r>
            <a:r>
              <a:rPr sz="2000" spc="-50" dirty="0">
                <a:solidFill>
                  <a:srgbClr val="E2E8EF"/>
                </a:solidFill>
              </a:rPr>
              <a:t> </a:t>
            </a:r>
            <a:r>
              <a:rPr sz="2000" dirty="0">
                <a:solidFill>
                  <a:srgbClr val="E2E8EF"/>
                </a:solidFill>
              </a:rPr>
              <a:t>and</a:t>
            </a:r>
            <a:r>
              <a:rPr sz="2000" spc="-40" dirty="0">
                <a:solidFill>
                  <a:srgbClr val="E2E8EF"/>
                </a:solidFill>
              </a:rPr>
              <a:t> </a:t>
            </a:r>
            <a:r>
              <a:rPr sz="2000" dirty="0">
                <a:solidFill>
                  <a:srgbClr val="E2E8EF"/>
                </a:solidFill>
              </a:rPr>
              <a:t>visitor</a:t>
            </a:r>
            <a:r>
              <a:rPr sz="2000" spc="-40" dirty="0">
                <a:solidFill>
                  <a:srgbClr val="E2E8EF"/>
                </a:solidFill>
              </a:rPr>
              <a:t> </a:t>
            </a:r>
            <a:r>
              <a:rPr sz="2000" dirty="0">
                <a:solidFill>
                  <a:srgbClr val="E2E8EF"/>
                </a:solidFill>
              </a:rPr>
              <a:t>name</a:t>
            </a:r>
            <a:r>
              <a:rPr sz="2000" spc="-35" dirty="0">
                <a:solidFill>
                  <a:srgbClr val="E2E8EF"/>
                </a:solidFill>
              </a:rPr>
              <a:t> </a:t>
            </a:r>
            <a:r>
              <a:rPr sz="2000" dirty="0">
                <a:solidFill>
                  <a:srgbClr val="E2E8EF"/>
                </a:solidFill>
              </a:rPr>
              <a:t>saved</a:t>
            </a:r>
            <a:r>
              <a:rPr sz="2000" spc="-40" dirty="0">
                <a:solidFill>
                  <a:srgbClr val="E2E8EF"/>
                </a:solidFill>
              </a:rPr>
              <a:t> </a:t>
            </a:r>
            <a:r>
              <a:rPr sz="2000" dirty="0">
                <a:solidFill>
                  <a:srgbClr val="E2E8EF"/>
                </a:solidFill>
              </a:rPr>
              <a:t>with</a:t>
            </a:r>
            <a:r>
              <a:rPr sz="2000" spc="-40" dirty="0">
                <a:solidFill>
                  <a:srgbClr val="E2E8EF"/>
                </a:solidFill>
              </a:rPr>
              <a:t> </a:t>
            </a:r>
            <a:r>
              <a:rPr sz="2000" spc="-10" dirty="0">
                <a:solidFill>
                  <a:srgbClr val="E2E8EF"/>
                </a:solidFill>
              </a:rPr>
              <a:t>localStorage </a:t>
            </a:r>
            <a:r>
              <a:rPr sz="2000" dirty="0">
                <a:solidFill>
                  <a:srgbClr val="E2E8EF"/>
                </a:solidFill>
              </a:rPr>
              <a:t>Visit</a:t>
            </a:r>
            <a:r>
              <a:rPr sz="2000" spc="-15" dirty="0">
                <a:solidFill>
                  <a:srgbClr val="E2E8EF"/>
                </a:solidFill>
              </a:rPr>
              <a:t> </a:t>
            </a:r>
            <a:r>
              <a:rPr sz="2000" dirty="0">
                <a:solidFill>
                  <a:srgbClr val="E2E8EF"/>
                </a:solidFill>
              </a:rPr>
              <a:t>timer</a:t>
            </a:r>
            <a:r>
              <a:rPr sz="2000" spc="-15" dirty="0">
                <a:solidFill>
                  <a:srgbClr val="E2E8EF"/>
                </a:solidFill>
              </a:rPr>
              <a:t> </a:t>
            </a:r>
            <a:r>
              <a:rPr sz="2000" dirty="0">
                <a:solidFill>
                  <a:srgbClr val="E2E8EF"/>
                </a:solidFill>
              </a:rPr>
              <a:t>and</a:t>
            </a:r>
            <a:r>
              <a:rPr sz="2000" spc="-15" dirty="0">
                <a:solidFill>
                  <a:srgbClr val="E2E8EF"/>
                </a:solidFill>
              </a:rPr>
              <a:t> </a:t>
            </a:r>
            <a:r>
              <a:rPr sz="2000" dirty="0">
                <a:solidFill>
                  <a:srgbClr val="E2E8EF"/>
                </a:solidFill>
              </a:rPr>
              <a:t>current</a:t>
            </a:r>
            <a:r>
              <a:rPr sz="2000" spc="-15" dirty="0">
                <a:solidFill>
                  <a:srgbClr val="E2E8EF"/>
                </a:solidFill>
              </a:rPr>
              <a:t> </a:t>
            </a:r>
            <a:r>
              <a:rPr sz="2000" dirty="0">
                <a:solidFill>
                  <a:srgbClr val="E2E8EF"/>
                </a:solidFill>
              </a:rPr>
              <a:t>UI</a:t>
            </a:r>
            <a:r>
              <a:rPr sz="2000" spc="-15" dirty="0">
                <a:solidFill>
                  <a:srgbClr val="E2E8EF"/>
                </a:solidFill>
              </a:rPr>
              <a:t> </a:t>
            </a:r>
            <a:r>
              <a:rPr sz="2000" spc="-10" dirty="0">
                <a:solidFill>
                  <a:srgbClr val="E2E8EF"/>
                </a:solidFill>
              </a:rPr>
              <a:t>state</a:t>
            </a:r>
            <a:endParaRPr sz="2000"/>
          </a:p>
        </p:txBody>
      </p:sp>
    </p:spTree>
  </p:cSld>
  <p:clrMapOvr>
    <a:masterClrMapping/>
  </p:clrMapOvr>
  <p:transition>
    <p:cut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Innovation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42339" y="2753360"/>
            <a:ext cx="127000" cy="12700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42339" y="3164839"/>
            <a:ext cx="127000" cy="127000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42339" y="3576320"/>
            <a:ext cx="127000" cy="127000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42339" y="3987800"/>
            <a:ext cx="127000" cy="127000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901700" y="1831340"/>
            <a:ext cx="4676140" cy="2346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CAD4E1"/>
                </a:solidFill>
                <a:latin typeface="Arial MT"/>
                <a:cs typeface="Arial MT"/>
              </a:rPr>
              <a:t>Creative</a:t>
            </a:r>
            <a:r>
              <a:rPr sz="2400" spc="-90" dirty="0">
                <a:solidFill>
                  <a:srgbClr val="CAD4E1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CAD4E1"/>
                </a:solidFill>
                <a:latin typeface="Arial MT"/>
                <a:cs typeface="Arial MT"/>
              </a:rPr>
              <a:t>additions</a:t>
            </a:r>
            <a:endParaRPr sz="2400">
              <a:latin typeface="Arial MT"/>
              <a:cs typeface="Arial MT"/>
            </a:endParaRPr>
          </a:p>
          <a:p>
            <a:pPr marL="286385" marR="5080">
              <a:lnSpc>
                <a:spcPct val="135000"/>
              </a:lnSpc>
              <a:spcBef>
                <a:spcPts val="2440"/>
              </a:spcBef>
            </a:pPr>
            <a:r>
              <a:rPr sz="2000" dirty="0">
                <a:solidFill>
                  <a:srgbClr val="E2E8EF"/>
                </a:solidFill>
                <a:latin typeface="Arial MT"/>
                <a:cs typeface="Arial MT"/>
              </a:rPr>
              <a:t>Command</a:t>
            </a:r>
            <a:r>
              <a:rPr sz="2000" spc="-10" dirty="0">
                <a:solidFill>
                  <a:srgbClr val="E2E8EF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E2E8EF"/>
                </a:solidFill>
                <a:latin typeface="Arial MT"/>
                <a:cs typeface="Arial MT"/>
              </a:rPr>
              <a:t>palette</a:t>
            </a:r>
            <a:r>
              <a:rPr sz="2000" spc="-5" dirty="0">
                <a:solidFill>
                  <a:srgbClr val="E2E8EF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E2E8EF"/>
                </a:solidFill>
                <a:latin typeface="Arial MT"/>
                <a:cs typeface="Arial MT"/>
              </a:rPr>
              <a:t>with</a:t>
            </a:r>
            <a:r>
              <a:rPr sz="2000" spc="-5" dirty="0">
                <a:solidFill>
                  <a:srgbClr val="E2E8EF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E2E8EF"/>
                </a:solidFill>
                <a:latin typeface="Arial MT"/>
                <a:cs typeface="Arial MT"/>
              </a:rPr>
              <a:t>Ctrl+K</a:t>
            </a:r>
            <a:r>
              <a:rPr sz="2000" spc="-5" dirty="0">
                <a:solidFill>
                  <a:srgbClr val="E2E8EF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E2E8EF"/>
                </a:solidFill>
                <a:latin typeface="Arial MT"/>
                <a:cs typeface="Arial MT"/>
              </a:rPr>
              <a:t>/</a:t>
            </a:r>
            <a:r>
              <a:rPr sz="2000" spc="-10" dirty="0">
                <a:solidFill>
                  <a:srgbClr val="E2E8EF"/>
                </a:solidFill>
                <a:latin typeface="Arial MT"/>
                <a:cs typeface="Arial MT"/>
              </a:rPr>
              <a:t> Cmd+K </a:t>
            </a:r>
            <a:r>
              <a:rPr sz="2000" dirty="0">
                <a:solidFill>
                  <a:srgbClr val="E2E8EF"/>
                </a:solidFill>
                <a:latin typeface="Arial MT"/>
                <a:cs typeface="Arial MT"/>
              </a:rPr>
              <a:t>Back-to-top </a:t>
            </a:r>
            <a:r>
              <a:rPr sz="2000" spc="-10" dirty="0">
                <a:solidFill>
                  <a:srgbClr val="E2E8EF"/>
                </a:solidFill>
                <a:latin typeface="Arial MT"/>
                <a:cs typeface="Arial MT"/>
              </a:rPr>
              <a:t>helper</a:t>
            </a:r>
            <a:endParaRPr sz="2000">
              <a:latin typeface="Arial MT"/>
              <a:cs typeface="Arial MT"/>
            </a:endParaRPr>
          </a:p>
          <a:p>
            <a:pPr marL="286385" marR="865505">
              <a:lnSpc>
                <a:spcPct val="135000"/>
              </a:lnSpc>
            </a:pPr>
            <a:r>
              <a:rPr sz="2000" dirty="0">
                <a:solidFill>
                  <a:srgbClr val="E2E8EF"/>
                </a:solidFill>
                <a:latin typeface="Arial MT"/>
                <a:cs typeface="Arial MT"/>
              </a:rPr>
              <a:t>Personalized</a:t>
            </a:r>
            <a:r>
              <a:rPr sz="2000" spc="-85" dirty="0">
                <a:solidFill>
                  <a:srgbClr val="E2E8EF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E2E8EF"/>
                </a:solidFill>
                <a:latin typeface="Arial MT"/>
                <a:cs typeface="Arial MT"/>
              </a:rPr>
              <a:t>visitor</a:t>
            </a:r>
            <a:r>
              <a:rPr sz="2000" spc="-85" dirty="0">
                <a:solidFill>
                  <a:srgbClr val="E2E8EF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E2E8EF"/>
                </a:solidFill>
                <a:latin typeface="Arial MT"/>
                <a:cs typeface="Arial MT"/>
              </a:rPr>
              <a:t>experience </a:t>
            </a:r>
            <a:r>
              <a:rPr sz="2000" dirty="0">
                <a:solidFill>
                  <a:srgbClr val="E2E8EF"/>
                </a:solidFill>
                <a:latin typeface="Arial MT"/>
                <a:cs typeface="Arial MT"/>
              </a:rPr>
              <a:t>Polished</a:t>
            </a:r>
            <a:r>
              <a:rPr sz="2000" spc="-65" dirty="0">
                <a:solidFill>
                  <a:srgbClr val="E2E8EF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E2E8EF"/>
                </a:solidFill>
                <a:latin typeface="Arial MT"/>
                <a:cs typeface="Arial MT"/>
              </a:rPr>
              <a:t>visual</a:t>
            </a:r>
            <a:r>
              <a:rPr sz="2000" spc="-65" dirty="0">
                <a:solidFill>
                  <a:srgbClr val="E2E8EF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E2E8EF"/>
                </a:solidFill>
                <a:latin typeface="Arial MT"/>
                <a:cs typeface="Arial MT"/>
              </a:rPr>
              <a:t>design</a:t>
            </a:r>
            <a:endParaRPr sz="2000">
              <a:latin typeface="Arial MT"/>
              <a:cs typeface="Arial MT"/>
            </a:endParaRPr>
          </a:p>
        </p:txBody>
      </p:sp>
    </p:spTree>
  </p:cSld>
  <p:clrMapOvr>
    <a:masterClrMapping/>
  </p:clrMapOvr>
  <p:transition>
    <p:cut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Technical</a:t>
            </a:r>
            <a:r>
              <a:rPr spc="-55" dirty="0"/>
              <a:t> </a:t>
            </a:r>
            <a:r>
              <a:rPr dirty="0"/>
              <a:t>Deep</a:t>
            </a:r>
            <a:r>
              <a:rPr spc="-50" dirty="0"/>
              <a:t> </a:t>
            </a:r>
            <a:r>
              <a:rPr spc="-20" dirty="0"/>
              <a:t>Dive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42339" y="2753360"/>
            <a:ext cx="127000" cy="12700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42339" y="3164839"/>
            <a:ext cx="127000" cy="127000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42339" y="3576320"/>
            <a:ext cx="127000" cy="127000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42339" y="3987800"/>
            <a:ext cx="127000" cy="127000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Challenges</a:t>
            </a:r>
            <a:r>
              <a:rPr spc="-85" dirty="0"/>
              <a:t> </a:t>
            </a:r>
            <a:r>
              <a:rPr dirty="0"/>
              <a:t>and</a:t>
            </a:r>
            <a:r>
              <a:rPr spc="-80" dirty="0"/>
              <a:t> </a:t>
            </a:r>
            <a:r>
              <a:rPr spc="-10" dirty="0"/>
              <a:t>solutions</a:t>
            </a:r>
          </a:p>
          <a:p>
            <a:pPr marL="286385" marR="5080">
              <a:lnSpc>
                <a:spcPct val="135000"/>
              </a:lnSpc>
              <a:spcBef>
                <a:spcPts val="2440"/>
              </a:spcBef>
            </a:pPr>
            <a:r>
              <a:rPr sz="2000" dirty="0">
                <a:solidFill>
                  <a:srgbClr val="E2E8EF"/>
                </a:solidFill>
              </a:rPr>
              <a:t>Reusable</a:t>
            </a:r>
            <a:r>
              <a:rPr sz="2000" spc="-25" dirty="0">
                <a:solidFill>
                  <a:srgbClr val="E2E8EF"/>
                </a:solidFill>
              </a:rPr>
              <a:t> </a:t>
            </a:r>
            <a:r>
              <a:rPr sz="2000" dirty="0">
                <a:solidFill>
                  <a:srgbClr val="E2E8EF"/>
                </a:solidFill>
              </a:rPr>
              <a:t>rendering</a:t>
            </a:r>
            <a:r>
              <a:rPr sz="2000" spc="-20" dirty="0">
                <a:solidFill>
                  <a:srgbClr val="E2E8EF"/>
                </a:solidFill>
              </a:rPr>
              <a:t> </a:t>
            </a:r>
            <a:r>
              <a:rPr sz="2000" dirty="0">
                <a:solidFill>
                  <a:srgbClr val="E2E8EF"/>
                </a:solidFill>
              </a:rPr>
              <a:t>functions</a:t>
            </a:r>
            <a:r>
              <a:rPr sz="2000" spc="-20" dirty="0">
                <a:solidFill>
                  <a:srgbClr val="E2E8EF"/>
                </a:solidFill>
              </a:rPr>
              <a:t> </a:t>
            </a:r>
            <a:r>
              <a:rPr sz="2000" dirty="0">
                <a:solidFill>
                  <a:srgbClr val="E2E8EF"/>
                </a:solidFill>
              </a:rPr>
              <a:t>reduced</a:t>
            </a:r>
            <a:r>
              <a:rPr sz="2000" spc="-20" dirty="0">
                <a:solidFill>
                  <a:srgbClr val="E2E8EF"/>
                </a:solidFill>
              </a:rPr>
              <a:t> </a:t>
            </a:r>
            <a:r>
              <a:rPr sz="2000" spc="-10" dirty="0">
                <a:solidFill>
                  <a:srgbClr val="E2E8EF"/>
                </a:solidFill>
              </a:rPr>
              <a:t>repetition </a:t>
            </a:r>
            <a:r>
              <a:rPr sz="2000" dirty="0">
                <a:solidFill>
                  <a:srgbClr val="E2E8EF"/>
                </a:solidFill>
              </a:rPr>
              <a:t>Try/catch</a:t>
            </a:r>
            <a:r>
              <a:rPr sz="2000" spc="-35" dirty="0">
                <a:solidFill>
                  <a:srgbClr val="E2E8EF"/>
                </a:solidFill>
              </a:rPr>
              <a:t> </a:t>
            </a:r>
            <a:r>
              <a:rPr sz="2000" dirty="0">
                <a:solidFill>
                  <a:srgbClr val="E2E8EF"/>
                </a:solidFill>
              </a:rPr>
              <a:t>handled</a:t>
            </a:r>
            <a:r>
              <a:rPr sz="2000" spc="-35" dirty="0">
                <a:solidFill>
                  <a:srgbClr val="E2E8EF"/>
                </a:solidFill>
              </a:rPr>
              <a:t> </a:t>
            </a:r>
            <a:r>
              <a:rPr sz="2000" dirty="0">
                <a:solidFill>
                  <a:srgbClr val="E2E8EF"/>
                </a:solidFill>
              </a:rPr>
              <a:t>API</a:t>
            </a:r>
            <a:r>
              <a:rPr sz="2000" spc="-35" dirty="0">
                <a:solidFill>
                  <a:srgbClr val="E2E8EF"/>
                </a:solidFill>
              </a:rPr>
              <a:t> </a:t>
            </a:r>
            <a:r>
              <a:rPr sz="2000" spc="-10" dirty="0">
                <a:solidFill>
                  <a:srgbClr val="E2E8EF"/>
                </a:solidFill>
              </a:rPr>
              <a:t>failures</a:t>
            </a:r>
            <a:endParaRPr sz="2000"/>
          </a:p>
          <a:p>
            <a:pPr marL="286385" marR="245745">
              <a:lnSpc>
                <a:spcPct val="135000"/>
              </a:lnSpc>
            </a:pPr>
            <a:r>
              <a:rPr sz="2000" dirty="0">
                <a:solidFill>
                  <a:srgbClr val="E2E8EF"/>
                </a:solidFill>
              </a:rPr>
              <a:t>Responsive</a:t>
            </a:r>
            <a:r>
              <a:rPr sz="2000" spc="-55" dirty="0">
                <a:solidFill>
                  <a:srgbClr val="E2E8EF"/>
                </a:solidFill>
              </a:rPr>
              <a:t> </a:t>
            </a:r>
            <a:r>
              <a:rPr sz="2000" dirty="0">
                <a:solidFill>
                  <a:srgbClr val="E2E8EF"/>
                </a:solidFill>
              </a:rPr>
              <a:t>CSS</a:t>
            </a:r>
            <a:r>
              <a:rPr sz="2000" spc="-50" dirty="0">
                <a:solidFill>
                  <a:srgbClr val="E2E8EF"/>
                </a:solidFill>
              </a:rPr>
              <a:t> </a:t>
            </a:r>
            <a:r>
              <a:rPr sz="2000" dirty="0">
                <a:solidFill>
                  <a:srgbClr val="E2E8EF"/>
                </a:solidFill>
              </a:rPr>
              <a:t>improved</a:t>
            </a:r>
            <a:r>
              <a:rPr sz="2000" spc="-50" dirty="0">
                <a:solidFill>
                  <a:srgbClr val="E2E8EF"/>
                </a:solidFill>
              </a:rPr>
              <a:t> </a:t>
            </a:r>
            <a:r>
              <a:rPr sz="2000" dirty="0">
                <a:solidFill>
                  <a:srgbClr val="E2E8EF"/>
                </a:solidFill>
              </a:rPr>
              <a:t>mobile</a:t>
            </a:r>
            <a:r>
              <a:rPr sz="2000" spc="-50" dirty="0">
                <a:solidFill>
                  <a:srgbClr val="E2E8EF"/>
                </a:solidFill>
              </a:rPr>
              <a:t> </a:t>
            </a:r>
            <a:r>
              <a:rPr sz="2000" spc="-10" dirty="0">
                <a:solidFill>
                  <a:srgbClr val="E2E8EF"/>
                </a:solidFill>
              </a:rPr>
              <a:t>experience </a:t>
            </a:r>
            <a:r>
              <a:rPr sz="2000" dirty="0">
                <a:solidFill>
                  <a:srgbClr val="E2E8EF"/>
                </a:solidFill>
              </a:rPr>
              <a:t>Future</a:t>
            </a:r>
            <a:r>
              <a:rPr sz="2000" spc="-20" dirty="0">
                <a:solidFill>
                  <a:srgbClr val="E2E8EF"/>
                </a:solidFill>
              </a:rPr>
              <a:t> </a:t>
            </a:r>
            <a:r>
              <a:rPr sz="2000" dirty="0">
                <a:solidFill>
                  <a:srgbClr val="E2E8EF"/>
                </a:solidFill>
              </a:rPr>
              <a:t>work:</a:t>
            </a:r>
            <a:r>
              <a:rPr sz="2000" spc="-20" dirty="0">
                <a:solidFill>
                  <a:srgbClr val="E2E8EF"/>
                </a:solidFill>
              </a:rPr>
              <a:t> </a:t>
            </a:r>
            <a:r>
              <a:rPr sz="2000" dirty="0">
                <a:solidFill>
                  <a:srgbClr val="E2E8EF"/>
                </a:solidFill>
              </a:rPr>
              <a:t>backend</a:t>
            </a:r>
            <a:r>
              <a:rPr sz="2000" spc="-20" dirty="0">
                <a:solidFill>
                  <a:srgbClr val="E2E8EF"/>
                </a:solidFill>
              </a:rPr>
              <a:t> </a:t>
            </a:r>
            <a:r>
              <a:rPr sz="2000" dirty="0">
                <a:solidFill>
                  <a:srgbClr val="E2E8EF"/>
                </a:solidFill>
              </a:rPr>
              <a:t>contact</a:t>
            </a:r>
            <a:r>
              <a:rPr sz="2000" spc="-20" dirty="0">
                <a:solidFill>
                  <a:srgbClr val="E2E8EF"/>
                </a:solidFill>
              </a:rPr>
              <a:t> form</a:t>
            </a:r>
            <a:endParaRPr sz="2000"/>
          </a:p>
        </p:txBody>
      </p:sp>
    </p:spTree>
  </p:cSld>
  <p:clrMapOvr>
    <a:masterClrMapping/>
  </p:clrMapOvr>
  <p:transition>
    <p:cut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Conclusion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42339" y="2753360"/>
            <a:ext cx="127000" cy="12700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42339" y="3164839"/>
            <a:ext cx="127000" cy="127000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42339" y="3576320"/>
            <a:ext cx="127000" cy="127000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42339" y="3987800"/>
            <a:ext cx="127000" cy="127000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901700" y="1905000"/>
            <a:ext cx="5284470" cy="2346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CAD4E1"/>
                </a:solidFill>
                <a:latin typeface="Arial MT"/>
                <a:cs typeface="Arial MT"/>
              </a:rPr>
              <a:t>Final</a:t>
            </a:r>
            <a:r>
              <a:rPr sz="2400" spc="-55" dirty="0">
                <a:solidFill>
                  <a:srgbClr val="CAD4E1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CAD4E1"/>
                </a:solidFill>
                <a:latin typeface="Arial MT"/>
                <a:cs typeface="Arial MT"/>
              </a:rPr>
              <a:t>outcomes</a:t>
            </a:r>
            <a:endParaRPr sz="2400" dirty="0">
              <a:latin typeface="Arial MT"/>
              <a:cs typeface="Arial MT"/>
            </a:endParaRPr>
          </a:p>
          <a:p>
            <a:pPr marL="286385" marR="5080">
              <a:lnSpc>
                <a:spcPct val="135000"/>
              </a:lnSpc>
              <a:spcBef>
                <a:spcPts val="2440"/>
              </a:spcBef>
            </a:pPr>
            <a:r>
              <a:rPr sz="2000" dirty="0">
                <a:solidFill>
                  <a:srgbClr val="E2E8EF"/>
                </a:solidFill>
                <a:latin typeface="Arial MT"/>
                <a:cs typeface="Arial MT"/>
              </a:rPr>
              <a:t>Demonstrates course concepts </a:t>
            </a:r>
            <a:r>
              <a:rPr sz="2000" spc="-10" dirty="0">
                <a:solidFill>
                  <a:srgbClr val="E2E8EF"/>
                </a:solidFill>
                <a:latin typeface="Arial MT"/>
                <a:cs typeface="Arial MT"/>
              </a:rPr>
              <a:t>together </a:t>
            </a:r>
            <a:r>
              <a:rPr sz="2000" dirty="0">
                <a:solidFill>
                  <a:srgbClr val="E2E8EF"/>
                </a:solidFill>
                <a:latin typeface="Arial MT"/>
                <a:cs typeface="Arial MT"/>
              </a:rPr>
              <a:t>Ready</a:t>
            </a:r>
            <a:r>
              <a:rPr sz="2000" spc="-30" dirty="0">
                <a:solidFill>
                  <a:srgbClr val="E2E8EF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E2E8EF"/>
                </a:solidFill>
                <a:latin typeface="Arial MT"/>
                <a:cs typeface="Arial MT"/>
              </a:rPr>
              <a:t>for</a:t>
            </a:r>
            <a:r>
              <a:rPr sz="2000" spc="-30" dirty="0">
                <a:solidFill>
                  <a:srgbClr val="E2E8EF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E2E8EF"/>
                </a:solidFill>
                <a:latin typeface="Arial MT"/>
                <a:cs typeface="Arial MT"/>
              </a:rPr>
              <a:t>GitHub</a:t>
            </a:r>
            <a:r>
              <a:rPr sz="2000" spc="-30" dirty="0">
                <a:solidFill>
                  <a:srgbClr val="E2E8EF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E2E8EF"/>
                </a:solidFill>
                <a:latin typeface="Arial MT"/>
                <a:cs typeface="Arial MT"/>
              </a:rPr>
              <a:t>Pages</a:t>
            </a:r>
            <a:r>
              <a:rPr sz="2000" spc="-25" dirty="0">
                <a:solidFill>
                  <a:srgbClr val="E2E8EF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E2E8EF"/>
                </a:solidFill>
                <a:latin typeface="Arial MT"/>
                <a:cs typeface="Arial MT"/>
              </a:rPr>
              <a:t>deployment </a:t>
            </a:r>
            <a:r>
              <a:rPr sz="2000" dirty="0">
                <a:solidFill>
                  <a:srgbClr val="E2E8EF"/>
                </a:solidFill>
                <a:latin typeface="Arial MT"/>
                <a:cs typeface="Arial MT"/>
              </a:rPr>
              <a:t>Includes</a:t>
            </a:r>
            <a:r>
              <a:rPr sz="2000" spc="-30" dirty="0">
                <a:solidFill>
                  <a:srgbClr val="E2E8EF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E2E8EF"/>
                </a:solidFill>
                <a:latin typeface="Arial MT"/>
                <a:cs typeface="Arial MT"/>
              </a:rPr>
              <a:t>documentation</a:t>
            </a:r>
            <a:r>
              <a:rPr sz="2000" spc="-25" dirty="0">
                <a:solidFill>
                  <a:srgbClr val="E2E8EF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E2E8EF"/>
                </a:solidFill>
                <a:latin typeface="Arial MT"/>
                <a:cs typeface="Arial MT"/>
              </a:rPr>
              <a:t>and</a:t>
            </a:r>
            <a:r>
              <a:rPr sz="2000" spc="-30" dirty="0">
                <a:solidFill>
                  <a:srgbClr val="E2E8EF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E2E8EF"/>
                </a:solidFill>
                <a:latin typeface="Arial MT"/>
                <a:cs typeface="Arial MT"/>
              </a:rPr>
              <a:t>demo</a:t>
            </a:r>
            <a:r>
              <a:rPr sz="2000" spc="-25" dirty="0">
                <a:solidFill>
                  <a:srgbClr val="E2E8EF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E2E8EF"/>
                </a:solidFill>
                <a:latin typeface="Arial MT"/>
                <a:cs typeface="Arial MT"/>
              </a:rPr>
              <a:t>materials </a:t>
            </a:r>
            <a:r>
              <a:rPr sz="2000" dirty="0">
                <a:solidFill>
                  <a:srgbClr val="E2E8EF"/>
                </a:solidFill>
                <a:latin typeface="Arial MT"/>
                <a:cs typeface="Arial MT"/>
              </a:rPr>
              <a:t>Portfolio</a:t>
            </a:r>
            <a:r>
              <a:rPr sz="2000" spc="-25" dirty="0">
                <a:solidFill>
                  <a:srgbClr val="E2E8EF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E2E8EF"/>
                </a:solidFill>
                <a:latin typeface="Arial MT"/>
                <a:cs typeface="Arial MT"/>
              </a:rPr>
              <a:t>can</a:t>
            </a:r>
            <a:r>
              <a:rPr sz="2000" spc="-25" dirty="0">
                <a:solidFill>
                  <a:srgbClr val="E2E8EF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E2E8EF"/>
                </a:solidFill>
                <a:latin typeface="Arial MT"/>
                <a:cs typeface="Arial MT"/>
              </a:rPr>
              <a:t>keep</a:t>
            </a:r>
            <a:r>
              <a:rPr sz="2000" spc="-25" dirty="0">
                <a:solidFill>
                  <a:srgbClr val="E2E8EF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E2E8EF"/>
                </a:solidFill>
                <a:latin typeface="Arial MT"/>
                <a:cs typeface="Arial MT"/>
              </a:rPr>
              <a:t>growing</a:t>
            </a:r>
            <a:r>
              <a:rPr sz="2000" spc="-25" dirty="0">
                <a:solidFill>
                  <a:srgbClr val="E2E8EF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E2E8EF"/>
                </a:solidFill>
                <a:latin typeface="Arial MT"/>
                <a:cs typeface="Arial MT"/>
              </a:rPr>
              <a:t>after</a:t>
            </a:r>
            <a:r>
              <a:rPr sz="2000" spc="-25" dirty="0">
                <a:solidFill>
                  <a:srgbClr val="E2E8EF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E2E8EF"/>
                </a:solidFill>
                <a:latin typeface="Arial MT"/>
                <a:cs typeface="Arial MT"/>
              </a:rPr>
              <a:t>the</a:t>
            </a:r>
            <a:r>
              <a:rPr sz="2000" spc="-25" dirty="0">
                <a:solidFill>
                  <a:srgbClr val="E2E8EF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E2E8EF"/>
                </a:solidFill>
                <a:latin typeface="Arial MT"/>
                <a:cs typeface="Arial MT"/>
              </a:rPr>
              <a:t>course</a:t>
            </a:r>
            <a:endParaRPr sz="2000" dirty="0">
              <a:latin typeface="Arial MT"/>
              <a:cs typeface="Arial MT"/>
            </a:endParaRPr>
          </a:p>
        </p:txBody>
      </p:sp>
    </p:spTree>
  </p:cSld>
  <p:clrMapOvr>
    <a:masterClrMapping/>
  </p:clrMapOvr>
  <p:transition>
    <p:cut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Words>157</Words>
  <Application>Microsoft Office PowerPoint</Application>
  <PresentationFormat>Custom</PresentationFormat>
  <Paragraphs>26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Arial MT</vt:lpstr>
      <vt:lpstr>Office Theme</vt:lpstr>
      <vt:lpstr>Assignment 4 Personal Web Application</vt:lpstr>
      <vt:lpstr>Project Overview</vt:lpstr>
      <vt:lpstr>Key Features</vt:lpstr>
      <vt:lpstr>API + State</vt:lpstr>
      <vt:lpstr>Innovation</vt:lpstr>
      <vt:lpstr>Technical Deep Dive</vt:lpstr>
      <vt:lpstr>Conclusion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untitled</dc:title>
  <dc:subject>unspecified</dc:subject>
  <dc:creator>anonymous</dc:creator>
  <cp:lastModifiedBy>OMAR ABDULLAH ALYAMANI</cp:lastModifiedBy>
  <cp:revision>1</cp:revision>
  <dcterms:created xsi:type="dcterms:W3CDTF">2026-04-25T11:19:58Z</dcterms:created>
  <dcterms:modified xsi:type="dcterms:W3CDTF">2026-04-25T11:22:09Z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2026-04-25T00:00:00Z</vt:filetime>
  </property>
  <property fmtid="{D5CDD505-2E9C-101B-9397-08002B2CF9AE}" pid="3" name="Creator">
    <vt:lpwstr>anonymous</vt:lpwstr>
  </property>
  <property fmtid="{D5CDD505-2E9C-101B-9397-08002B2CF9AE}" pid="4" name="LastSaved">
    <vt:filetime>2026-04-25T00:00:00Z</vt:filetime>
  </property>
  <property fmtid="{D5CDD505-2E9C-101B-9397-08002B2CF9AE}" pid="5" name="Producer">
    <vt:lpwstr>ReportLab PDF Library - (opensource)</vt:lpwstr>
  </property>
</Properties>
</file>